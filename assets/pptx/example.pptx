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83" r:id="rId4"/>
    <p:sldMasterId id="2147483684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</p:sldIdLst>
  <p:sldSz cx="9144000" cy="5143500"/>
  <p:notesSz cx="6858000" cy="9144000"/>
  <p:embeddedFontLst>
    <p:embeddedFont>
      <p:font typeface="Proxima Nova"/>
      <p:regular r:id="rId34"/>
      <p:bold r:id="rId35"/>
      <p:italic r:id="rId36"/>
      <p:boldItalic r:id="rId37"/>
    </p:embeddedFont>
    <p:embeddedFont>
      <p:font typeface="Roboto Medium"/>
      <p:regular r:id="rId38"/>
      <p:bold r:id="rId39"/>
      <p:italic r:id="rId40"/>
      <p:boldItalic r:id="rId41"/>
    </p:embeddedFont>
    <p:embeddedFont>
      <p:font typeface="Amatic SC"/>
      <p:regular r:id="rId42"/>
      <p:bold r:id="rId43"/>
    </p:embeddedFont>
    <p:embeddedFont>
      <p:font typeface="Montserrat"/>
      <p:regular r:id="rId44"/>
      <p:bold r:id="rId45"/>
      <p:italic r:id="rId46"/>
      <p:boldItalic r:id="rId47"/>
    </p:embeddedFont>
    <p:embeddedFont>
      <p:font typeface="Montserrat Medium"/>
      <p:regular r:id="rId48"/>
      <p:bold r:id="rId49"/>
      <p:italic r:id="rId50"/>
      <p:boldItalic r:id="rId51"/>
    </p:embeddedFont>
    <p:embeddedFont>
      <p:font typeface="Montserrat ExtraLight"/>
      <p:regular r:id="rId52"/>
      <p:bold r:id="rId53"/>
      <p:italic r:id="rId54"/>
      <p:boldItalic r:id="rId55"/>
    </p:embeddedFont>
    <p:embeddedFont>
      <p:font typeface="Proxima Nova Semibold"/>
      <p:regular r:id="rId56"/>
      <p:bold r:id="rId57"/>
      <p:boldItalic r:id="rId58"/>
    </p:embeddedFont>
    <p:embeddedFont>
      <p:font typeface="Montserrat ExtraBold"/>
      <p:bold r:id="rId59"/>
      <p:boldItalic r:id="rId6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E5EAB3C-AF81-403C-96D6-995B82241074}">
  <a:tblStyle styleId="{EE5EAB3C-AF81-403C-96D6-995B8224107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6" Type="http://schemas.openxmlformats.org/officeDocument/2006/relationships/slide" Target="slides/slide1.xml" /><Relationship Id="rId7" Type="http://schemas.openxmlformats.org/officeDocument/2006/relationships/slide" Target="slides/slide2.xml" /><Relationship Id="rId8" Type="http://schemas.openxmlformats.org/officeDocument/2006/relationships/slide" Target="slides/slide3.xml" /><Relationship Id="rId9" Type="http://schemas.openxmlformats.org/officeDocument/2006/relationships/slide" Target="slides/slide4.xml" /><Relationship Id="rId10" Type="http://schemas.openxmlformats.org/officeDocument/2006/relationships/slide" Target="slides/slide5.xml" /><Relationship Id="rId11" Type="http://schemas.openxmlformats.org/officeDocument/2006/relationships/slide" Target="slides/slide6.xml" /><Relationship Id="rId12" Type="http://schemas.openxmlformats.org/officeDocument/2006/relationships/slide" Target="slides/slide7.xml" /><Relationship Id="rId13" Type="http://schemas.openxmlformats.org/officeDocument/2006/relationships/slide" Target="slides/slide8.xml" /><Relationship Id="rId14" Type="http://schemas.openxmlformats.org/officeDocument/2006/relationships/slide" Target="slides/slide9.xml" /><Relationship Id="rId15" Type="http://schemas.openxmlformats.org/officeDocument/2006/relationships/slide" Target="slides/slide10.xml" /><Relationship Id="rId16" Type="http://schemas.openxmlformats.org/officeDocument/2006/relationships/slide" Target="slides/slide11.xml" /><Relationship Id="rId17" Type="http://schemas.openxmlformats.org/officeDocument/2006/relationships/slide" Target="slides/slide12.xml" /><Relationship Id="rId18" Type="http://schemas.openxmlformats.org/officeDocument/2006/relationships/slide" Target="slides/slide13.xml" /><Relationship Id="rId19" Type="http://schemas.openxmlformats.org/officeDocument/2006/relationships/slide" Target="slides/slide14.xml" /><Relationship Id="rId20" Type="http://schemas.openxmlformats.org/officeDocument/2006/relationships/slide" Target="slides/slide15.xml" /><Relationship Id="rId21" Type="http://schemas.openxmlformats.org/officeDocument/2006/relationships/slide" Target="slides/slide16.xml" /><Relationship Id="rId22" Type="http://schemas.openxmlformats.org/officeDocument/2006/relationships/slide" Target="slides/slide17.xml" /><Relationship Id="rId23" Type="http://schemas.openxmlformats.org/officeDocument/2006/relationships/slide" Target="slides/slide18.xml" /><Relationship Id="rId24" Type="http://schemas.openxmlformats.org/officeDocument/2006/relationships/slide" Target="slides/slide19.xml" /><Relationship Id="rId25" Type="http://schemas.openxmlformats.org/officeDocument/2006/relationships/slide" Target="slides/slide20.xml" /><Relationship Id="rId26" Type="http://schemas.openxmlformats.org/officeDocument/2006/relationships/slide" Target="slides/slide21.xml" /><Relationship Id="rId27" Type="http://schemas.openxmlformats.org/officeDocument/2006/relationships/slide" Target="slides/slide22.xml" /><Relationship Id="rId28" Type="http://schemas.openxmlformats.org/officeDocument/2006/relationships/slide" Target="slides/slide23.xml" /><Relationship Id="rId29" Type="http://schemas.openxmlformats.org/officeDocument/2006/relationships/slide" Target="slides/slide24.xml" /><Relationship Id="rId30" Type="http://schemas.openxmlformats.org/officeDocument/2006/relationships/slide" Target="slides/slide25.xml" /><Relationship Id="rId31" Type="http://schemas.openxmlformats.org/officeDocument/2006/relationships/slide" Target="slides/slide26.xml" /><Relationship Id="rId32" Type="http://schemas.openxmlformats.org/officeDocument/2006/relationships/slide" Target="slides/slide27.xml" /><Relationship Id="rId33" Type="http://schemas.openxmlformats.org/officeDocument/2006/relationships/slide" Target="slides/slide28.xml" /><Relationship Id="rId58" Type="http://schemas.openxmlformats.org/officeDocument/2006/relationships/font" Target="fonts/ProximaNovaSemibold-boldItalic.fntdata" /><Relationship Id="rId60" Type="http://schemas.openxmlformats.org/officeDocument/2006/relationships/font" Target="fonts/MontserratExtraBold-boldItalic.fntdata" /><Relationship Id="rId59" Type="http://schemas.openxmlformats.org/officeDocument/2006/relationships/font" Target="fonts/MontserratExtraBold-bold.fntdata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5" Type="http://schemas.openxmlformats.org/officeDocument/2006/relationships/slideMaster" Target="slideMasters/slideMaster2.xml" /><Relationship Id="rId51" Type="http://schemas.openxmlformats.org/officeDocument/2006/relationships/font" Target="fonts/MontserratMedium-boldItalic.fntdata" /><Relationship Id="rId50" Type="http://schemas.openxmlformats.org/officeDocument/2006/relationships/font" Target="fonts/MontserratMedium-italic.fntdata" /><Relationship Id="rId53" Type="http://schemas.openxmlformats.org/officeDocument/2006/relationships/font" Target="fonts/MontserratExtraLight-bold.fntdata" /><Relationship Id="rId52" Type="http://schemas.openxmlformats.org/officeDocument/2006/relationships/font" Target="fonts/MontserratExtraLight-regular.fntdata" /><Relationship Id="rId55" Type="http://schemas.openxmlformats.org/officeDocument/2006/relationships/font" Target="fonts/MontserratExtraLight-boldItalic.fntdata" /><Relationship Id="rId54" Type="http://schemas.openxmlformats.org/officeDocument/2006/relationships/font" Target="fonts/MontserratExtraLight-italic.fntdata" /><Relationship Id="rId57" Type="http://schemas.openxmlformats.org/officeDocument/2006/relationships/font" Target="fonts/ProximaNovaSemibold-bold.fntdata" /><Relationship Id="rId56" Type="http://schemas.openxmlformats.org/officeDocument/2006/relationships/font" Target="fonts/ProximaNovaSemibold-regular.fntdata" /><Relationship Id="rId49" Type="http://schemas.openxmlformats.org/officeDocument/2006/relationships/font" Target="fonts/MontserratMedium-bold.fntdata" /><Relationship Id="rId48" Type="http://schemas.openxmlformats.org/officeDocument/2006/relationships/font" Target="fonts/MontserratMedium-regular.fntdata" /><Relationship Id="rId40" Type="http://schemas.openxmlformats.org/officeDocument/2006/relationships/font" Target="fonts/RobotoMedium-italic.fntdata" /><Relationship Id="rId39" Type="http://schemas.openxmlformats.org/officeDocument/2006/relationships/font" Target="fonts/RobotoMedium-bold.fntdata" /><Relationship Id="rId42" Type="http://schemas.openxmlformats.org/officeDocument/2006/relationships/font" Target="fonts/AmaticSC-regular.fntdata" /><Relationship Id="rId41" Type="http://schemas.openxmlformats.org/officeDocument/2006/relationships/font" Target="fonts/RobotoMedium-boldItalic.fntdata" /><Relationship Id="rId44" Type="http://schemas.openxmlformats.org/officeDocument/2006/relationships/font" Target="fonts/Montserrat-regular.fntdata" /><Relationship Id="rId43" Type="http://schemas.openxmlformats.org/officeDocument/2006/relationships/font" Target="fonts/AmaticSC-bold.fntdata" /><Relationship Id="rId46" Type="http://schemas.openxmlformats.org/officeDocument/2006/relationships/font" Target="fonts/Montserrat-italic.fntdata" /><Relationship Id="rId45" Type="http://schemas.openxmlformats.org/officeDocument/2006/relationships/font" Target="fonts/Montserrat-bold.fntdata" /><Relationship Id="rId38" Type="http://schemas.openxmlformats.org/officeDocument/2006/relationships/font" Target="fonts/RobotoMedium-regular.fntdata" /><Relationship Id="rId47" Type="http://schemas.openxmlformats.org/officeDocument/2006/relationships/font" Target="fonts/Montserrat-boldItalic.fntdata" /><Relationship Id="rId35" Type="http://schemas.openxmlformats.org/officeDocument/2006/relationships/font" Target="fonts/ProximaNova-bold.fntdata" /><Relationship Id="rId34" Type="http://schemas.openxmlformats.org/officeDocument/2006/relationships/font" Target="fonts/ProximaNova-regular.fntdata" /><Relationship Id="rId37" Type="http://schemas.openxmlformats.org/officeDocument/2006/relationships/font" Target="fonts/ProximaNova-boldItalic.fntdata" /><Relationship Id="rId36" Type="http://schemas.openxmlformats.org/officeDocument/2006/relationships/font" Target="fonts/ProximaNova-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hyperlink" Target="http://bit.ly/2Tynxth" TargetMode="External"/><Relationship Id="rId4" Type="http://schemas.openxmlformats.org/officeDocument/2006/relationships/hyperlink" Target="http://bit.ly/2TyoMsr" TargetMode="External"/><Relationship Id="rId5" Type="http://schemas.openxmlformats.org/officeDocument/2006/relationships/hyperlink" Target="http://bit.ly/2TtBDfr" TargetMode="Externa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>
            <p:ph type="title"/>
          </p:nvPr>
        </p:nvSpPr>
        <p:spPr>
          <a:xfrm>
            <a:off x="5337175" y="1297125"/>
            <a:ext cx="2837400" cy="1252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" name="Google Shape;26;p7"/>
          <p:cNvSpPr txBox="1"/>
          <p:nvPr>
            <p:ph idx="1" type="body"/>
          </p:nvPr>
        </p:nvSpPr>
        <p:spPr>
          <a:xfrm>
            <a:off x="5337175" y="2593875"/>
            <a:ext cx="2837400" cy="125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302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1pPr>
            <a:lvl2pPr indent="-330200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2pPr>
            <a:lvl3pPr indent="-3302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3pPr>
            <a:lvl4pPr indent="-3302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4pPr>
            <a:lvl5pPr indent="-3302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5pPr>
            <a:lvl6pPr indent="-3302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6pPr>
            <a:lvl7pPr indent="-3302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7pPr>
            <a:lvl8pPr indent="-3302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8pPr>
            <a:lvl9pPr indent="-3302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/>
          <p:nvPr>
            <p:ph type="title"/>
          </p:nvPr>
        </p:nvSpPr>
        <p:spPr>
          <a:xfrm>
            <a:off x="929477" y="436183"/>
            <a:ext cx="2746500" cy="409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29" name="Google Shape;29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3278924" y="414050"/>
            <a:ext cx="7626551" cy="2883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5400000">
            <a:off x="4822414" y="-351911"/>
            <a:ext cx="9309797" cy="352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0"/>
          <p:cNvSpPr txBox="1"/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1"/>
          <p:cNvSpPr txBox="1"/>
          <p:nvPr>
            <p:ph hasCustomPrompt="1" type="title"/>
          </p:nvPr>
        </p:nvSpPr>
        <p:spPr>
          <a:xfrm>
            <a:off x="1920750" y="1634425"/>
            <a:ext cx="5302500" cy="1116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" name="Google Shape;39;p11"/>
          <p:cNvSpPr txBox="1"/>
          <p:nvPr>
            <p:ph idx="1" type="body"/>
          </p:nvPr>
        </p:nvSpPr>
        <p:spPr>
          <a:xfrm>
            <a:off x="2786550" y="3094475"/>
            <a:ext cx="3570900" cy="56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42900" lvl="1" marL="9144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accent1"/>
                </a:solidFill>
              </a:defRPr>
            </a:lvl2pPr>
            <a:lvl3pPr indent="-342900" lvl="2" marL="13716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■"/>
              <a:defRPr sz="1800">
                <a:solidFill>
                  <a:schemeClr val="accent1"/>
                </a:solidFill>
              </a:defRPr>
            </a:lvl3pPr>
            <a:lvl4pPr indent="-342900" lvl="3" marL="18288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 sz="1800">
                <a:solidFill>
                  <a:schemeClr val="accent1"/>
                </a:solidFill>
              </a:defRPr>
            </a:lvl4pPr>
            <a:lvl5pPr indent="-342900" lvl="4" marL="22860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accent1"/>
                </a:solidFill>
              </a:defRPr>
            </a:lvl5pPr>
            <a:lvl6pPr indent="-342900" lvl="5" marL="27432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■"/>
              <a:defRPr sz="1800">
                <a:solidFill>
                  <a:schemeClr val="accent1"/>
                </a:solidFill>
              </a:defRPr>
            </a:lvl6pPr>
            <a:lvl7pPr indent="-342900" lvl="6" marL="32004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 sz="1800">
                <a:solidFill>
                  <a:schemeClr val="accent1"/>
                </a:solidFill>
              </a:defRPr>
            </a:lvl7pPr>
            <a:lvl8pPr indent="-342900" lvl="7" marL="36576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accent1"/>
                </a:solidFill>
              </a:defRPr>
            </a:lvl8pPr>
            <a:lvl9pPr indent="-342900" lvl="8" marL="4114800" algn="ctr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800"/>
              <a:buChar char="■"/>
              <a:defRPr sz="18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Bullet Points">
  <p:cSld name="CAPTION_ONLY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3"/>
          <p:cNvSpPr txBox="1"/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13"/>
          <p:cNvSpPr txBox="1"/>
          <p:nvPr>
            <p:ph idx="1" type="body"/>
          </p:nvPr>
        </p:nvSpPr>
        <p:spPr>
          <a:xfrm>
            <a:off x="938500" y="1246025"/>
            <a:ext cx="7172100" cy="303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1625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1pPr>
            <a:lvl2pPr indent="-301625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2pPr>
            <a:lvl3pPr indent="-301625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3pPr>
            <a:lvl4pPr indent="-301625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4pPr>
            <a:lvl5pPr indent="-301625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5pPr>
            <a:lvl6pPr indent="-301625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6pPr>
            <a:lvl7pPr indent="-301625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7pPr>
            <a:lvl8pPr indent="-301625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8pPr>
            <a:lvl9pPr indent="-301625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SECTION_TITLE_AND_DESCRIPTION_1_1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/>
          <p:nvPr>
            <p:ph type="title"/>
          </p:nvPr>
        </p:nvSpPr>
        <p:spPr>
          <a:xfrm>
            <a:off x="3538497" y="261557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" name="Google Shape;46;p14"/>
          <p:cNvSpPr txBox="1"/>
          <p:nvPr>
            <p:ph idx="1" type="subTitle"/>
          </p:nvPr>
        </p:nvSpPr>
        <p:spPr>
          <a:xfrm>
            <a:off x="3538497" y="3148075"/>
            <a:ext cx="20670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14"/>
          <p:cNvSpPr txBox="1"/>
          <p:nvPr>
            <p:ph idx="2" type="title"/>
          </p:nvPr>
        </p:nvSpPr>
        <p:spPr>
          <a:xfrm>
            <a:off x="6028553" y="261557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14"/>
          <p:cNvSpPr txBox="1"/>
          <p:nvPr>
            <p:ph idx="3" type="subTitle"/>
          </p:nvPr>
        </p:nvSpPr>
        <p:spPr>
          <a:xfrm>
            <a:off x="6028553" y="3148075"/>
            <a:ext cx="20670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9" name="Google Shape;49;p14"/>
          <p:cNvSpPr txBox="1"/>
          <p:nvPr>
            <p:ph idx="4" type="title"/>
          </p:nvPr>
        </p:nvSpPr>
        <p:spPr>
          <a:xfrm>
            <a:off x="1048447" y="261557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0" name="Google Shape;50;p14"/>
          <p:cNvSpPr txBox="1"/>
          <p:nvPr>
            <p:ph idx="5" type="subTitle"/>
          </p:nvPr>
        </p:nvSpPr>
        <p:spPr>
          <a:xfrm>
            <a:off x="1048447" y="3148075"/>
            <a:ext cx="20670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1" name="Google Shape;51;p14"/>
          <p:cNvSpPr txBox="1"/>
          <p:nvPr>
            <p:ph hasCustomPrompt="1" idx="6" type="title"/>
          </p:nvPr>
        </p:nvSpPr>
        <p:spPr>
          <a:xfrm>
            <a:off x="1048450" y="1770700"/>
            <a:ext cx="20670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" name="Google Shape;52;p14"/>
          <p:cNvSpPr txBox="1"/>
          <p:nvPr>
            <p:ph hasCustomPrompt="1" idx="7" type="title"/>
          </p:nvPr>
        </p:nvSpPr>
        <p:spPr>
          <a:xfrm>
            <a:off x="3538500" y="1770700"/>
            <a:ext cx="20670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3" name="Google Shape;53;p14"/>
          <p:cNvSpPr txBox="1"/>
          <p:nvPr>
            <p:ph hasCustomPrompt="1" idx="8" type="title"/>
          </p:nvPr>
        </p:nvSpPr>
        <p:spPr>
          <a:xfrm>
            <a:off x="6028550" y="1770700"/>
            <a:ext cx="20670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/>
          <p:nvPr>
            <p:ph type="ctrTitle"/>
          </p:nvPr>
        </p:nvSpPr>
        <p:spPr>
          <a:xfrm>
            <a:off x="4285500" y="2832875"/>
            <a:ext cx="3657300" cy="644700"/>
          </a:xfrm>
          <a:prstGeom prst="rect">
            <a:avLst/>
          </a:prstGeom>
          <a:effectLst>
            <a:outerShdw blurRad="57150" rotWithShape="0" algn="bl" dir="5400000" dist="19050">
              <a:srgbClr val="76A5AF">
                <a:alpha val="88000"/>
              </a:srgbClr>
            </a:outerShdw>
          </a:effectLst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b="1" sz="6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6" name="Google Shape;56;p15"/>
          <p:cNvSpPr txBox="1"/>
          <p:nvPr>
            <p:ph idx="1" type="subTitle"/>
          </p:nvPr>
        </p:nvSpPr>
        <p:spPr>
          <a:xfrm>
            <a:off x="4144050" y="3549850"/>
            <a:ext cx="3940200" cy="4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6"/>
          <p:cNvSpPr txBox="1"/>
          <p:nvPr>
            <p:ph type="ctrTitle"/>
          </p:nvPr>
        </p:nvSpPr>
        <p:spPr>
          <a:xfrm>
            <a:off x="1850525" y="1157925"/>
            <a:ext cx="5442900" cy="260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9" name="Google Shape;59;p16"/>
          <p:cNvSpPr txBox="1"/>
          <p:nvPr>
            <p:ph idx="1" type="subTitle"/>
          </p:nvPr>
        </p:nvSpPr>
        <p:spPr>
          <a:xfrm>
            <a:off x="2481900" y="3945600"/>
            <a:ext cx="4180200" cy="4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wo Columns">
  <p:cSld name="SECTION_TITLE_AND_DESCRIPTION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7"/>
          <p:cNvSpPr txBox="1"/>
          <p:nvPr>
            <p:ph type="title"/>
          </p:nvPr>
        </p:nvSpPr>
        <p:spPr>
          <a:xfrm>
            <a:off x="1937338" y="2463175"/>
            <a:ext cx="23901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2" name="Google Shape;62;p17"/>
          <p:cNvSpPr txBox="1"/>
          <p:nvPr>
            <p:ph idx="1" type="subTitle"/>
          </p:nvPr>
        </p:nvSpPr>
        <p:spPr>
          <a:xfrm>
            <a:off x="1937338" y="3148075"/>
            <a:ext cx="23901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3" name="Google Shape;63;p17"/>
          <p:cNvSpPr txBox="1"/>
          <p:nvPr>
            <p:ph idx="2" type="title"/>
          </p:nvPr>
        </p:nvSpPr>
        <p:spPr>
          <a:xfrm>
            <a:off x="4816563" y="2463175"/>
            <a:ext cx="23901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4" name="Google Shape;64;p17"/>
          <p:cNvSpPr txBox="1"/>
          <p:nvPr>
            <p:ph idx="3" type="subTitle"/>
          </p:nvPr>
        </p:nvSpPr>
        <p:spPr>
          <a:xfrm>
            <a:off x="4816563" y="3148075"/>
            <a:ext cx="23901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p17"/>
          <p:cNvSpPr txBox="1"/>
          <p:nvPr>
            <p:ph idx="4"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hree Columns ">
  <p:cSld name="SECTION_TITLE_AND_DESCRIPTION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8"/>
          <p:cNvSpPr txBox="1"/>
          <p:nvPr>
            <p:ph type="title"/>
          </p:nvPr>
        </p:nvSpPr>
        <p:spPr>
          <a:xfrm>
            <a:off x="3538497" y="276797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8" name="Google Shape;68;p18"/>
          <p:cNvSpPr txBox="1"/>
          <p:nvPr>
            <p:ph idx="1" type="subTitle"/>
          </p:nvPr>
        </p:nvSpPr>
        <p:spPr>
          <a:xfrm>
            <a:off x="3538497" y="3452875"/>
            <a:ext cx="20670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9" name="Google Shape;69;p18"/>
          <p:cNvSpPr txBox="1"/>
          <p:nvPr>
            <p:ph idx="2" type="title"/>
          </p:nvPr>
        </p:nvSpPr>
        <p:spPr>
          <a:xfrm>
            <a:off x="6028553" y="276797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0" name="Google Shape;70;p18"/>
          <p:cNvSpPr txBox="1"/>
          <p:nvPr>
            <p:ph idx="3" type="subTitle"/>
          </p:nvPr>
        </p:nvSpPr>
        <p:spPr>
          <a:xfrm>
            <a:off x="6028553" y="3452875"/>
            <a:ext cx="20670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1" name="Google Shape;71;p18"/>
          <p:cNvSpPr txBox="1"/>
          <p:nvPr>
            <p:ph idx="4"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2" name="Google Shape;72;p18"/>
          <p:cNvSpPr txBox="1"/>
          <p:nvPr>
            <p:ph idx="5" type="title"/>
          </p:nvPr>
        </p:nvSpPr>
        <p:spPr>
          <a:xfrm>
            <a:off x="1048447" y="276797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3" name="Google Shape;73;p18"/>
          <p:cNvSpPr txBox="1"/>
          <p:nvPr>
            <p:ph idx="6" type="subTitle"/>
          </p:nvPr>
        </p:nvSpPr>
        <p:spPr>
          <a:xfrm>
            <a:off x="1048447" y="3452875"/>
            <a:ext cx="20670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">
  <p:cSld name="TITLE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ctrTitle"/>
          </p:nvPr>
        </p:nvSpPr>
        <p:spPr>
          <a:xfrm>
            <a:off x="1273500" y="1369000"/>
            <a:ext cx="6597000" cy="210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b="1" sz="45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6" name="Google Shape;76;p19"/>
          <p:cNvSpPr txBox="1"/>
          <p:nvPr>
            <p:ph idx="1" type="subTitle"/>
          </p:nvPr>
        </p:nvSpPr>
        <p:spPr>
          <a:xfrm>
            <a:off x="2481900" y="2519525"/>
            <a:ext cx="4180200" cy="4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Design">
  <p:cSld name="CAPTION_ONLY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Design 1">
  <p:cSld name="CAPTION_ONLY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1"/>
          <p:cNvSpPr txBox="1"/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Design 2">
  <p:cSld name="CAPTION_ONLY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2"/>
          <p:cNvSpPr txBox="1"/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Design 3">
  <p:cSld name="CAPTION_ONLY_1_1_1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3"/>
          <p:cNvSpPr txBox="1"/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wo Lists">
  <p:cSld name="SECTION_TITLE_AND_DESCRIPTION_1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4"/>
          <p:cNvSpPr txBox="1"/>
          <p:nvPr>
            <p:ph type="title"/>
          </p:nvPr>
        </p:nvSpPr>
        <p:spPr>
          <a:xfrm>
            <a:off x="938500" y="445025"/>
            <a:ext cx="49647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7" name="Google Shape;87;p24"/>
          <p:cNvSpPr txBox="1"/>
          <p:nvPr>
            <p:ph idx="1" type="body"/>
          </p:nvPr>
        </p:nvSpPr>
        <p:spPr>
          <a:xfrm>
            <a:off x="1067241" y="2651775"/>
            <a:ext cx="3258900" cy="17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8" name="Google Shape;88;p24"/>
          <p:cNvSpPr txBox="1"/>
          <p:nvPr>
            <p:ph idx="2" type="body"/>
          </p:nvPr>
        </p:nvSpPr>
        <p:spPr>
          <a:xfrm>
            <a:off x="4673852" y="2651775"/>
            <a:ext cx="3258900" cy="17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9" name="Google Shape;89;p24"/>
          <p:cNvSpPr txBox="1"/>
          <p:nvPr>
            <p:ph idx="3" type="title"/>
          </p:nvPr>
        </p:nvSpPr>
        <p:spPr>
          <a:xfrm>
            <a:off x="1213499" y="1955125"/>
            <a:ext cx="32589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4" type="title"/>
          </p:nvPr>
        </p:nvSpPr>
        <p:spPr>
          <a:xfrm>
            <a:off x="4820099" y="1955125"/>
            <a:ext cx="32589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Four Columns">
  <p:cSld name="TITLE_1_1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5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3" name="Google Shape;93;p25"/>
          <p:cNvSpPr txBox="1"/>
          <p:nvPr>
            <p:ph idx="2" type="title"/>
          </p:nvPr>
        </p:nvSpPr>
        <p:spPr>
          <a:xfrm>
            <a:off x="898386" y="3052625"/>
            <a:ext cx="16716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4" name="Google Shape;94;p25"/>
          <p:cNvSpPr txBox="1"/>
          <p:nvPr>
            <p:ph idx="1" type="subTitle"/>
          </p:nvPr>
        </p:nvSpPr>
        <p:spPr>
          <a:xfrm>
            <a:off x="898389" y="3558837"/>
            <a:ext cx="1671600" cy="11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5" name="Google Shape;95;p25"/>
          <p:cNvSpPr txBox="1"/>
          <p:nvPr>
            <p:ph idx="3" type="title"/>
          </p:nvPr>
        </p:nvSpPr>
        <p:spPr>
          <a:xfrm>
            <a:off x="2790261" y="3052625"/>
            <a:ext cx="16716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6" name="Google Shape;96;p25"/>
          <p:cNvSpPr txBox="1"/>
          <p:nvPr>
            <p:ph idx="4" type="subTitle"/>
          </p:nvPr>
        </p:nvSpPr>
        <p:spPr>
          <a:xfrm>
            <a:off x="2790264" y="3558837"/>
            <a:ext cx="1671600" cy="11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7" name="Google Shape;97;p25"/>
          <p:cNvSpPr txBox="1"/>
          <p:nvPr>
            <p:ph idx="5" type="title"/>
          </p:nvPr>
        </p:nvSpPr>
        <p:spPr>
          <a:xfrm>
            <a:off x="4682136" y="3052625"/>
            <a:ext cx="16716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6" type="subTitle"/>
          </p:nvPr>
        </p:nvSpPr>
        <p:spPr>
          <a:xfrm>
            <a:off x="4682139" y="3558837"/>
            <a:ext cx="1671600" cy="11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9" name="Google Shape;99;p25"/>
          <p:cNvSpPr txBox="1"/>
          <p:nvPr>
            <p:ph idx="7" type="title"/>
          </p:nvPr>
        </p:nvSpPr>
        <p:spPr>
          <a:xfrm>
            <a:off x="6574011" y="3052625"/>
            <a:ext cx="16716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0" name="Google Shape;100;p25"/>
          <p:cNvSpPr txBox="1"/>
          <p:nvPr>
            <p:ph idx="8" type="subTitle"/>
          </p:nvPr>
        </p:nvSpPr>
        <p:spPr>
          <a:xfrm>
            <a:off x="6574014" y="3558837"/>
            <a:ext cx="1671600" cy="11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Numbers">
  <p:cSld name="CAPTION_ONLY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6"/>
          <p:cNvSpPr txBox="1"/>
          <p:nvPr>
            <p:ph hasCustomPrompt="1" type="title"/>
          </p:nvPr>
        </p:nvSpPr>
        <p:spPr>
          <a:xfrm>
            <a:off x="4996800" y="661843"/>
            <a:ext cx="31593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3" name="Google Shape;103;p26"/>
          <p:cNvSpPr txBox="1"/>
          <p:nvPr>
            <p:ph idx="1" type="subTitle"/>
          </p:nvPr>
        </p:nvSpPr>
        <p:spPr>
          <a:xfrm>
            <a:off x="4911000" y="1265850"/>
            <a:ext cx="3330900" cy="41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04" name="Google Shape;104;p26"/>
          <p:cNvSpPr txBox="1"/>
          <p:nvPr>
            <p:ph hasCustomPrompt="1" idx="2" type="title"/>
          </p:nvPr>
        </p:nvSpPr>
        <p:spPr>
          <a:xfrm>
            <a:off x="4996800" y="2099193"/>
            <a:ext cx="31593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5" name="Google Shape;105;p26"/>
          <p:cNvSpPr txBox="1"/>
          <p:nvPr>
            <p:ph idx="3" type="subTitle"/>
          </p:nvPr>
        </p:nvSpPr>
        <p:spPr>
          <a:xfrm>
            <a:off x="4911000" y="2703200"/>
            <a:ext cx="3330900" cy="41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06" name="Google Shape;106;p26"/>
          <p:cNvSpPr txBox="1"/>
          <p:nvPr>
            <p:ph hasCustomPrompt="1" idx="4" type="title"/>
          </p:nvPr>
        </p:nvSpPr>
        <p:spPr>
          <a:xfrm>
            <a:off x="4996800" y="3536543"/>
            <a:ext cx="31593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7" name="Google Shape;107;p26"/>
          <p:cNvSpPr txBox="1"/>
          <p:nvPr>
            <p:ph idx="5" type="subTitle"/>
          </p:nvPr>
        </p:nvSpPr>
        <p:spPr>
          <a:xfrm>
            <a:off x="4911000" y="4140550"/>
            <a:ext cx="3330900" cy="41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Six Columns  ">
  <p:cSld name="SECTION_TITLE_AND_DESCRIPTION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7"/>
          <p:cNvSpPr txBox="1"/>
          <p:nvPr>
            <p:ph type="title"/>
          </p:nvPr>
        </p:nvSpPr>
        <p:spPr>
          <a:xfrm>
            <a:off x="3538497" y="1818541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0" name="Google Shape;110;p27"/>
          <p:cNvSpPr txBox="1"/>
          <p:nvPr>
            <p:ph idx="1" type="subTitle"/>
          </p:nvPr>
        </p:nvSpPr>
        <p:spPr>
          <a:xfrm>
            <a:off x="3538498" y="2324765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1" name="Google Shape;111;p27"/>
          <p:cNvSpPr txBox="1"/>
          <p:nvPr>
            <p:ph idx="2" type="title"/>
          </p:nvPr>
        </p:nvSpPr>
        <p:spPr>
          <a:xfrm>
            <a:off x="6028553" y="1818541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2" name="Google Shape;112;p27"/>
          <p:cNvSpPr txBox="1"/>
          <p:nvPr>
            <p:ph idx="3" type="subTitle"/>
          </p:nvPr>
        </p:nvSpPr>
        <p:spPr>
          <a:xfrm>
            <a:off x="6028552" y="2324765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3" name="Google Shape;113;p27"/>
          <p:cNvSpPr txBox="1"/>
          <p:nvPr>
            <p:ph idx="4"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4" name="Google Shape;114;p27"/>
          <p:cNvSpPr txBox="1"/>
          <p:nvPr>
            <p:ph idx="5" type="title"/>
          </p:nvPr>
        </p:nvSpPr>
        <p:spPr>
          <a:xfrm>
            <a:off x="1048447" y="1818541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5" name="Google Shape;115;p27"/>
          <p:cNvSpPr txBox="1"/>
          <p:nvPr>
            <p:ph idx="6" type="subTitle"/>
          </p:nvPr>
        </p:nvSpPr>
        <p:spPr>
          <a:xfrm>
            <a:off x="1048450" y="2324765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6" name="Google Shape;116;p27"/>
          <p:cNvSpPr txBox="1"/>
          <p:nvPr>
            <p:ph idx="7" type="title"/>
          </p:nvPr>
        </p:nvSpPr>
        <p:spPr>
          <a:xfrm>
            <a:off x="3538497" y="332503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7" name="Google Shape;117;p27"/>
          <p:cNvSpPr txBox="1"/>
          <p:nvPr>
            <p:ph idx="8" type="subTitle"/>
          </p:nvPr>
        </p:nvSpPr>
        <p:spPr>
          <a:xfrm>
            <a:off x="3538498" y="3831259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8" name="Google Shape;118;p27"/>
          <p:cNvSpPr txBox="1"/>
          <p:nvPr>
            <p:ph idx="9" type="title"/>
          </p:nvPr>
        </p:nvSpPr>
        <p:spPr>
          <a:xfrm>
            <a:off x="6028553" y="332503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9" name="Google Shape;119;p27"/>
          <p:cNvSpPr txBox="1"/>
          <p:nvPr>
            <p:ph idx="13" type="subTitle"/>
          </p:nvPr>
        </p:nvSpPr>
        <p:spPr>
          <a:xfrm>
            <a:off x="6028552" y="3831259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27"/>
          <p:cNvSpPr txBox="1"/>
          <p:nvPr>
            <p:ph idx="14" type="title"/>
          </p:nvPr>
        </p:nvSpPr>
        <p:spPr>
          <a:xfrm>
            <a:off x="1048447" y="332503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1" name="Google Shape;121;p27"/>
          <p:cNvSpPr txBox="1"/>
          <p:nvPr>
            <p:ph idx="15" type="subTitle"/>
          </p:nvPr>
        </p:nvSpPr>
        <p:spPr>
          <a:xfrm>
            <a:off x="1048450" y="3831259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Four Columns 1">
  <p:cSld name="TITLE_1_1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8"/>
          <p:cNvSpPr txBox="1"/>
          <p:nvPr>
            <p:ph type="title"/>
          </p:nvPr>
        </p:nvSpPr>
        <p:spPr>
          <a:xfrm>
            <a:off x="938500" y="445025"/>
            <a:ext cx="50436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28"/>
          <p:cNvSpPr txBox="1"/>
          <p:nvPr>
            <p:ph idx="2" type="title"/>
          </p:nvPr>
        </p:nvSpPr>
        <p:spPr>
          <a:xfrm>
            <a:off x="1338238" y="2359825"/>
            <a:ext cx="2727600" cy="37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5" name="Google Shape;125;p28"/>
          <p:cNvSpPr txBox="1"/>
          <p:nvPr>
            <p:ph idx="1" type="subTitle"/>
          </p:nvPr>
        </p:nvSpPr>
        <p:spPr>
          <a:xfrm>
            <a:off x="1338238" y="1713051"/>
            <a:ext cx="2727600" cy="60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6" name="Google Shape;126;p28"/>
          <p:cNvSpPr txBox="1"/>
          <p:nvPr>
            <p:ph idx="3" type="title"/>
          </p:nvPr>
        </p:nvSpPr>
        <p:spPr>
          <a:xfrm>
            <a:off x="1338238" y="3988950"/>
            <a:ext cx="2727600" cy="37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7" name="Google Shape;127;p28"/>
          <p:cNvSpPr txBox="1"/>
          <p:nvPr>
            <p:ph idx="4" type="subTitle"/>
          </p:nvPr>
        </p:nvSpPr>
        <p:spPr>
          <a:xfrm>
            <a:off x="1338238" y="3342176"/>
            <a:ext cx="2727600" cy="60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8" name="Google Shape;128;p28"/>
          <p:cNvSpPr txBox="1"/>
          <p:nvPr>
            <p:ph idx="5" type="title"/>
          </p:nvPr>
        </p:nvSpPr>
        <p:spPr>
          <a:xfrm>
            <a:off x="5078163" y="2359825"/>
            <a:ext cx="2727600" cy="37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9" name="Google Shape;129;p28"/>
          <p:cNvSpPr txBox="1"/>
          <p:nvPr>
            <p:ph idx="6" type="subTitle"/>
          </p:nvPr>
        </p:nvSpPr>
        <p:spPr>
          <a:xfrm>
            <a:off x="5078163" y="1713051"/>
            <a:ext cx="2727600" cy="60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0" name="Google Shape;130;p28"/>
          <p:cNvSpPr txBox="1"/>
          <p:nvPr>
            <p:ph idx="7" type="title"/>
          </p:nvPr>
        </p:nvSpPr>
        <p:spPr>
          <a:xfrm>
            <a:off x="5078163" y="3988950"/>
            <a:ext cx="2727600" cy="37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1" name="Google Shape;131;p28"/>
          <p:cNvSpPr txBox="1"/>
          <p:nvPr>
            <p:ph idx="8" type="subTitle"/>
          </p:nvPr>
        </p:nvSpPr>
        <p:spPr>
          <a:xfrm>
            <a:off x="5078163" y="3342176"/>
            <a:ext cx="2727600" cy="60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ext">
  <p:cSld name="SECTION_TITLE_AND_DESCRIPTION_1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9"/>
          <p:cNvSpPr txBox="1"/>
          <p:nvPr>
            <p:ph idx="1" type="subTitle"/>
          </p:nvPr>
        </p:nvSpPr>
        <p:spPr>
          <a:xfrm>
            <a:off x="5817050" y="2435925"/>
            <a:ext cx="2556300" cy="204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4" name="Google Shape;134;p29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ext 1">
  <p:cSld name="TITLE_ONLY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0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7" name="Google Shape;137;p30"/>
          <p:cNvSpPr txBox="1"/>
          <p:nvPr>
            <p:ph idx="1" type="subTitle"/>
          </p:nvPr>
        </p:nvSpPr>
        <p:spPr>
          <a:xfrm>
            <a:off x="938500" y="2435925"/>
            <a:ext cx="2556300" cy="204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ext 2">
  <p:cSld name="CAPTION_ONLY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1"/>
          <p:cNvSpPr txBox="1"/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0" name="Google Shape;140;p31"/>
          <p:cNvSpPr txBox="1"/>
          <p:nvPr>
            <p:ph idx="1" type="subTitle"/>
          </p:nvPr>
        </p:nvSpPr>
        <p:spPr>
          <a:xfrm>
            <a:off x="5817050" y="2435925"/>
            <a:ext cx="2556300" cy="204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">
  <p:cSld name="SECTION_HEADER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2"/>
          <p:cNvSpPr txBox="1"/>
          <p:nvPr>
            <p:ph type="title"/>
          </p:nvPr>
        </p:nvSpPr>
        <p:spPr>
          <a:xfrm>
            <a:off x="2062800" y="2442050"/>
            <a:ext cx="5018400" cy="59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3" name="Google Shape;143;p32"/>
          <p:cNvSpPr txBox="1"/>
          <p:nvPr>
            <p:ph idx="1" type="subTitle"/>
          </p:nvPr>
        </p:nvSpPr>
        <p:spPr>
          <a:xfrm>
            <a:off x="2896500" y="3391325"/>
            <a:ext cx="3351000" cy="119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 + Credits">
  <p:cSld name="SECTION_HEADER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3"/>
          <p:cNvSpPr txBox="1"/>
          <p:nvPr>
            <p:ph type="title"/>
          </p:nvPr>
        </p:nvSpPr>
        <p:spPr>
          <a:xfrm>
            <a:off x="924870" y="760375"/>
            <a:ext cx="3068700" cy="59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6" name="Google Shape;146;p33"/>
          <p:cNvSpPr txBox="1"/>
          <p:nvPr>
            <p:ph idx="1" type="subTitle"/>
          </p:nvPr>
        </p:nvSpPr>
        <p:spPr>
          <a:xfrm>
            <a:off x="924875" y="1684275"/>
            <a:ext cx="3305400" cy="109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7" name="Google Shape;147;p33"/>
          <p:cNvSpPr txBox="1"/>
          <p:nvPr/>
        </p:nvSpPr>
        <p:spPr>
          <a:xfrm>
            <a:off x="924875" y="3570000"/>
            <a:ext cx="33054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CREDITS: This presentation template was created by </a:t>
            </a:r>
            <a:r>
              <a:rPr lang="en" sz="1000">
                <a:solidFill>
                  <a:schemeClr val="accent1"/>
                </a:solidFill>
                <a:uFill>
                  <a:noFill/>
                </a:uFill>
                <a:latin typeface="Montserrat Medium"/>
                <a:ea typeface="Montserrat Medium"/>
                <a:cs typeface="Montserrat Medium"/>
                <a:sym typeface="Montserrat Medium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, including icons by </a:t>
            </a:r>
            <a:r>
              <a:rPr lang="en" sz="1000">
                <a:solidFill>
                  <a:schemeClr val="accent1"/>
                </a:solidFill>
                <a:uFill>
                  <a:noFill/>
                </a:uFill>
                <a:latin typeface="Montserrat Medium"/>
                <a:ea typeface="Montserrat Medium"/>
                <a:cs typeface="Montserrat Medium"/>
                <a:sym typeface="Montserrat Medium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, and infographics &amp; images by </a:t>
            </a:r>
            <a:r>
              <a:rPr lang="en" sz="1000">
                <a:solidFill>
                  <a:schemeClr val="accent1"/>
                </a:solidFill>
                <a:uFill>
                  <a:noFill/>
                </a:uFill>
                <a:latin typeface="Montserrat Medium"/>
                <a:ea typeface="Montserrat Medium"/>
                <a:cs typeface="Montserrat Medium"/>
                <a:sym typeface="Montserrat Medium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. </a:t>
            </a:r>
            <a:endParaRPr sz="1000">
              <a:solidFill>
                <a:schemeClr val="accent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accent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Bullet points 1">
  <p:cSld name="SECTION_TITLE_AND_DESCRIPTION_1_1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4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0" name="Google Shape;150;p34"/>
          <p:cNvSpPr txBox="1"/>
          <p:nvPr>
            <p:ph idx="1" type="body"/>
          </p:nvPr>
        </p:nvSpPr>
        <p:spPr>
          <a:xfrm>
            <a:off x="938500" y="1659275"/>
            <a:ext cx="4946400" cy="276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list">
  <p:cSld name="TITLE_AND_TWO_COLUMNS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5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3" name="Google Shape;153;p35"/>
          <p:cNvSpPr txBox="1"/>
          <p:nvPr>
            <p:ph idx="1" type="body"/>
          </p:nvPr>
        </p:nvSpPr>
        <p:spPr>
          <a:xfrm>
            <a:off x="5037525" y="1659275"/>
            <a:ext cx="3186900" cy="276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0" Target="../slideLayouts/slideLayout20.xml" Type="http://schemas.openxmlformats.org/officeDocument/2006/relationships/slideLayout" /><Relationship Id="rId22" Target="../slideLayouts/slideLayout22.xml" Type="http://schemas.openxmlformats.org/officeDocument/2006/relationships/slideLayout" /><Relationship Id="rId21" Target="../slideLayouts/slideLayout21.xml" Type="http://schemas.openxmlformats.org/officeDocument/2006/relationships/slideLayout" /><Relationship Id="rId24" Target="../slideLayouts/slideLayout24.xml" Type="http://schemas.openxmlformats.org/officeDocument/2006/relationships/slideLayout" /><Relationship Id="rId23" Target="../slideLayouts/slideLayout23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26" Target="../slideLayouts/slideLayout26.xml" Type="http://schemas.openxmlformats.org/officeDocument/2006/relationships/slideLayout" /><Relationship Id="rId25" Target="../slideLayouts/slideLayout25.xml" Type="http://schemas.openxmlformats.org/officeDocument/2006/relationships/slideLayout" /><Relationship Id="rId28" Target="../slideLayouts/slideLayout28.xml" Type="http://schemas.openxmlformats.org/officeDocument/2006/relationships/slideLayout" /><Relationship Id="rId27" Target="../slideLayouts/slideLayout27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29" Target="../slideLayouts/slideLayout29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31" Target="../slideLayouts/slideLayout31.xml" Type="http://schemas.openxmlformats.org/officeDocument/2006/relationships/slideLayout" /><Relationship Id="rId30" Target="../slideLayouts/slideLayout30.xml" Type="http://schemas.openxmlformats.org/officeDocument/2006/relationships/slideLayout" /><Relationship Id="rId11" Target="../slideLayouts/slideLayout11.xml" Type="http://schemas.openxmlformats.org/officeDocument/2006/relationships/slideLayout" /><Relationship Id="rId33" Target="../slideLayouts/slideLayout33.xml" Type="http://schemas.openxmlformats.org/officeDocument/2006/relationships/slideLayout" /><Relationship Id="rId10" Target="../slideLayouts/slideLayout10.xml" Type="http://schemas.openxmlformats.org/officeDocument/2006/relationships/slideLayout" /><Relationship Id="rId32" Target="../slideLayouts/slideLayout32.xml" Type="http://schemas.openxmlformats.org/officeDocument/2006/relationships/slideLayout" /><Relationship Id="rId13" Target="../slideLayouts/slideLayout13.xml" Type="http://schemas.openxmlformats.org/officeDocument/2006/relationships/slideLayout" /><Relationship Id="rId35" Target="../theme/theme1.xml" Type="http://schemas.openxmlformats.org/officeDocument/2006/relationships/theme" /><Relationship Id="rId12" Target="../slideLayouts/slideLayout12.xml" Type="http://schemas.openxmlformats.org/officeDocument/2006/relationships/slideLayout" /><Relationship Id="rId34" Target="../slideLayouts/slideLayout34.xml" Type="http://schemas.openxmlformats.org/officeDocument/2006/relationships/slideLayout" /><Relationship Id="rId15" Target="../slideLayouts/slideLayout15.xml" Type="http://schemas.openxmlformats.org/officeDocument/2006/relationships/slideLayout" /><Relationship Id="rId14" Target="../slideLayouts/slideLayout14.xml" Type="http://schemas.openxmlformats.org/officeDocument/2006/relationships/slideLayout" /><Relationship Id="rId17" Target="../slideLayouts/slideLayout17.xml" Type="http://schemas.openxmlformats.org/officeDocument/2006/relationships/slideLayout" /><Relationship Id="rId16" Target="../slideLayouts/slideLayout16.xml" Type="http://schemas.openxmlformats.org/officeDocument/2006/relationships/slideLayout" /><Relationship Id="rId19" Target="../slideLayouts/slideLayout19.xml" Type="http://schemas.openxmlformats.org/officeDocument/2006/relationships/slideLayout" /><Relationship Id="rId18" Target="../slideLayouts/slideLayout1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="t" anchorCtr="0" bIns="91425" lIns="91425" rIns="91425" spcFirstLastPara="1" tIns="91425" wrap="square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ExtraBold"/>
              <a:buNone/>
              <a:defRPr sz="28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="t" anchorCtr="0" bIns="91425" lIns="91425" rIns="91425" spcFirstLastPara="1" tIns="91425" wrap="square">
            <a:no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17500" lvl="2" marL="1371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17500" lvl="3" marL="1828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17500" lvl="4" marL="22860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17500" lvl="5" marL="27432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17500" lvl="6" marL="3200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17500" lvl="7" marL="3657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17500" lvl="8" marL="411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4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evelopers.google.com/slid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5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5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6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6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QBcHT0XJRP8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5.jp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6.jp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6.jp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8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0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is a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Monday, June 29, 2026</a:t>
            </a:r>
          </a:p>
        </p:txBody>
      </p:sp>
      <p:pic>
        <p:nvPicPr>
          <p:cNvPr descr="/Users/warithharchaoui/Library/Caches/md2star/mermaid/9878e5a4b40755bd798002e48b80aa1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70500" y="203200"/>
            <a:ext cx="16891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name here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title slide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Title &amp; body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slide body.</a:t>
            </a:r>
          </a:p>
          <a:p>
            <a:pPr lvl="0" indent="0" marL="0">
              <a:buNone/>
            </a:pPr>
            <a:r>
              <a:rPr/>
              <a:t>Text can be styled for:</a:t>
            </a:r>
          </a:p>
          <a:p>
            <a:pPr lvl="0"/>
            <a:r>
              <a:rPr i="1"/>
              <a:t>emphasis</a:t>
            </a:r>
          </a:p>
          <a:p>
            <a:pPr lvl="0"/>
            <a:r>
              <a:rPr b="1"/>
              <a:t>strong emphasis</a:t>
            </a:r>
          </a:p>
          <a:p>
            <a:pPr lvl="0"/>
            <a:r>
              <a:rPr strike="sngStrike"/>
              <a:t>strikethrough</a:t>
            </a:r>
          </a:p>
          <a:p>
            <a:pPr lvl="0"/>
            <a:r>
              <a:rPr>
                <a:latin typeface="Courier"/>
              </a:rPr>
              <a:t>fixed width code fonts</a:t>
            </a:r>
          </a:p>
          <a:p>
            <a:pPr lvl="0" indent="0" marL="0">
              <a:buNone/>
            </a:pPr>
            <a:r>
              <a:rPr/>
              <a:t>Slides :heart: </a:t>
            </a:r>
            <a:r>
              <a:rPr>
                <a:hlinkClick r:id="rId2"/>
              </a:rPr>
              <a:t>links</a:t>
            </a:r>
            <a:r>
              <a:rPr/>
              <a:t> too!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title &amp; body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is a subtitle</a:t>
            </a:r>
          </a:p>
          <a:p>
            <a:pPr lvl="0" indent="0" marL="0">
              <a:buNone/>
            </a:pPr>
            <a:r>
              <a:rPr/>
              <a:t>This is the body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main point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100%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body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column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i="1"/>
              <a:t>left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{.column}</a:t>
            </a:r>
          </a:p>
          <a:p>
            <a:pPr lvl="0" indent="0" marL="0">
              <a:buNone/>
            </a:pPr>
            <a:r>
              <a:rPr/>
              <a:t>This is the </a:t>
            </a:r>
            <a:r>
              <a:rPr i="1"/>
              <a:t>right</a:t>
            </a:r>
            <a:r>
              <a:rPr/>
              <a:t> column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Columns can have images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i="1"/>
              <a:t>left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{.column}</a:t>
            </a:r>
          </a:p>
          <a:p>
            <a:pPr lvl="0" indent="0" marL="0">
              <a:spcBef>
                <a:spcPts val="3000"/>
              </a:spcBef>
              <a:buNone/>
            </a:pPr>
          </a:p>
        </p:txBody>
      </p:sp>
      <p:pic>
        <p:nvPicPr>
          <p:cNvPr descr="https://picsum.photos/g/1600/900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can have background images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can have an inline image</a:t>
            </a:r>
          </a:p>
        </p:txBody>
      </p:sp>
      <p:pic>
        <p:nvPicPr>
          <p:cNvPr descr="https://picsum.photos/1600/900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can have inline images with custom parameters</a:t>
            </a:r>
          </a:p>
        </p:txBody>
      </p:sp>
      <p:pic>
        <p:nvPicPr>
          <p:cNvPr descr="https://picsum.photos/1600/900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can have videos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@</a:t>
            </a:r>
            <a:r>
              <a:rPr>
                <a:hlinkClick r:id="rId2"/>
              </a:rPr>
              <a:t>youtube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can have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Print hello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hello</a:t>
            </a:r>
            <a:r>
              <a:rPr>
                <a:latin typeface="Courier"/>
              </a:rPr>
              <a:t>() {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08000"/>
                </a:solidFill>
                <a:latin typeface="Courier"/>
              </a:rPr>
              <a:t>console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log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'Hello world'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}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 can be big…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Print hello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hello</a:t>
            </a:r>
            <a:r>
              <a:rPr>
                <a:latin typeface="Courier"/>
              </a:rPr>
              <a:t>() {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08000"/>
                </a:solidFill>
                <a:latin typeface="Courier"/>
              </a:rPr>
              <a:t>console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log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'Hello big world'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}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… or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Print hello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hello</a:t>
            </a:r>
            <a:r>
              <a:rPr>
                <a:latin typeface="Courier"/>
              </a:rPr>
              <a:t>() {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08000"/>
                </a:solidFill>
                <a:latin typeface="Courier"/>
              </a:rPr>
              <a:t>console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log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'Hello little world'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}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can have tables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0"/>
          <a:ext cx="9144000" cy="5143500"/>
        </p:xfrm>
        <a:graphic>
          <a:graphicData uri="http://schemas.openxmlformats.org/drawingml/2006/table">
            <a:tbl>
              <a:tblPr firstRow="1" bandRow="1">
                <a:tableStyleId>{EE5EAB3C-AF81-403C-96D6-995B82241074}</a:tableStyleId>
              </a:tblPr>
              <a:tblGrid>
                <a:gridCol w="4572000"/>
                <a:gridCol w="457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Number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Fish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142 million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88 million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75 million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Birds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million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inline HTML and CSS is supported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span to color text.</a:t>
            </a:r>
          </a:p>
          <a:p>
            <a:pPr lvl="0" indent="0" marL="0">
              <a:buNone/>
            </a:pPr>
            <a:r>
              <a:rPr/>
              <a:t>Use superscript and subscript, strikethrough or underline, even </a:t>
            </a:r>
            <a:r>
              <a:rPr cap="small"/>
              <a:t>small caps.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can use custom master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 master slides can be selected by adding the attribute </a:t>
            </a:r>
            <a:r>
              <a:rPr>
                <a:latin typeface="Courier"/>
              </a:rPr>
              <a:t>{layout="Title and body"}</a:t>
            </a:r>
            <a:r>
              <a:rPr/>
              <a:t>, rather than auto detect the layout the slide layout will be chosen from the available master slides by the name.</a:t>
            </a:r>
          </a:p>
          <a:p>
            <a:pPr lvl="0" indent="0" marL="0">
              <a:buNone/>
            </a:pPr>
            <a:r>
              <a:rPr/>
              <a:t>This can be used with the flag </a:t>
            </a:r>
            <a:r>
              <a:rPr>
                <a:latin typeface="Courier"/>
              </a:rPr>
              <a:t>--copy=[presentation id]</a:t>
            </a:r>
            <a:r>
              <a:rPr/>
              <a:t> to copy and use an existing presentation as the source rather than a blank slide.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can have background images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Hello, is it me you’re looking for?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can have an inline image</a:t>
            </a:r>
          </a:p>
        </p:txBody>
      </p:sp>
      <p:pic>
        <p:nvPicPr>
          <p:cNvPr descr="https://picsum.photos/1600/900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can have inline images with custom parameters</a:t>
            </a:r>
          </a:p>
        </p:txBody>
      </p:sp>
      <p:pic>
        <p:nvPicPr>
          <p:cNvPr descr="https://picsum.photos/1600/900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can have many images</a:t>
            </a:r>
          </a:p>
        </p:txBody>
      </p:sp>
      <p:pic>
        <p:nvPicPr>
          <p:cNvPr descr="https://www.gstatic.com/images/branding/product/2x/drive_36d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0"/>
            <a:ext cx="5143500" cy="514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</a:p>
        </p:txBody>
      </p:sp>
      <p:pic>
        <p:nvPicPr>
          <p:cNvPr descr="https://www.gstatic.com/images/branding/product/2x/docs_36d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</a:p>
        </p:txBody>
      </p:sp>
      <p:pic>
        <p:nvPicPr>
          <p:cNvPr descr="https://www.gstatic.com/images/branding/product/2x/sheets_36d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</a:p>
        </p:txBody>
      </p:sp>
      <p:pic>
        <p:nvPicPr>
          <p:cNvPr descr="https://www.gstatic.com/images/branding/product/2x/slides_36d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</a:p>
        </p:txBody>
      </p:sp>
      <p:pic>
        <p:nvPicPr>
          <p:cNvPr descr="https://www.gstatic.com/images/branding/product/2x/forms_36d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xmlns:r="http://schemas.openxmlformats.org/officeDocument/2006/relationships" name="Futuristic Background by Slidesgo">
  <a:themeElements>
    <a:clrScheme name="Simple Light">
      <a:dk1>
        <a:srgbClr val="001633"/>
      </a:dk1>
      <a:lt1>
        <a:srgbClr val="FFFFFF"/>
      </a:lt1>
      <a:dk2>
        <a:srgbClr val="85D5E6"/>
      </a:dk2>
      <a:lt2>
        <a:srgbClr val="FFAB40"/>
      </a:lt2>
      <a:accent1>
        <a:srgbClr val="FFAB40"/>
      </a:accent1>
      <a:accent2>
        <a:srgbClr val="85D5E6"/>
      </a:accent2>
      <a:accent3>
        <a:srgbClr val="78909C"/>
      </a:accent3>
      <a:accent4>
        <a:srgbClr val="FFAB40"/>
      </a:accent4>
      <a:accent5>
        <a:srgbClr val="0097A7"/>
      </a:accent5>
      <a:accent6>
        <a:srgbClr val="001633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a title slide</dc:title>
  <dc:creator/>
  <cp:keywords/>
  <dcterms:created xsi:type="dcterms:W3CDTF">2026-06-29T15:45:15Z</dcterms:created>
  <dcterms:modified xsi:type="dcterms:W3CDTF">2026-06-29T15:45:15Z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_format">
    <vt:lpwstr>%A, %B %e, %Y</vt:lpwstr>
  </property>
</Properties>
</file>