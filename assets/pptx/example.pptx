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11"/>
    <p:restoredTop sz="94658"/>
  </p:normalViewPr>
  <p:slideViewPr>
    <p:cSldViewPr snapToGrid="0">
      <p:cViewPr varScale="1">
        <p:scale>
          <a:sx d="100" n="120"/>
          <a:sy d="100" n="120"/>
        </p:scale>
        <p:origin x="448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Relationship Id="rId3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6/29/26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theme/theme1.xml" Type="http://schemas.openxmlformats.org/officeDocument/2006/relationships/them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anchor="b" bIns="45720" lIns="91440" rIns="91440" rtlCol="0" tIns="45720" vert="horz">
            <a:no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anchor="b" bIns="45720" lIns="91440" rIns="91440" rtlCol="0" tIns="45720" vert="horz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anchor="b" bIns="45720" lIns="91440" rIns="91440" rtlCol="0" tIns="45720" vert="horz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dirty="0" lang="en-US"/>
              <a:pPr/>
              <a:t>6/29/26</a:t>
            </a:fld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anchor="b" bIns="10800" lIns="91440" rIns="91440" rtlCol="0" tIns="45720" vert="horz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dk1" bg2="dk2" folHlink="folHlink" hlink="hlink" tx1="lt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dt="0" ftr="0" hdr="0" sldNum="0"/>
  <p:txStyles>
    <p:titleStyle>
      <a:lvl1pPr algn="l" defTabSz="457200" eaLnBrk="1" hangingPunct="1" latinLnBrk="0" rtl="0">
        <a:spcBef>
          <a:spcPct val="0"/>
        </a:spcBef>
        <a:buNone/>
        <a:defRPr b="1" kern="1200" sz="40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457200" eaLnBrk="1" hangingPunct="1" indent="-342900" latinLnBrk="0" marL="3429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2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4000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2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8000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2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2000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2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600000" rtl="0">
        <a:spcBef>
          <a:spcPct val="20000"/>
        </a:spcBef>
        <a:spcAft>
          <a:spcPts val="600"/>
        </a:spcAft>
        <a:buClr>
          <a:schemeClr val="accent1"/>
        </a:buClr>
        <a:buFont charset="2" typeface="Wingdings 2"/>
        <a:buChar char=""/>
        <a:defRPr kern="1200" sz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evelopers.google.com/slid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QBcHT0XJRP8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is a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810001" y="5280847"/>
            <a:ext cx="10572000" cy="434974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Monday, June 29, 2026</a:t>
            </a:r>
          </a:p>
        </p:txBody>
      </p:sp>
      <p:pic>
        <p:nvPicPr>
          <p:cNvPr descr="/Users/warithharchaoui/Library/Caches/md2star/mermaid/9878e5a4b40755bd798002e48b80aa1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34200" y="444500"/>
            <a:ext cx="2082800" cy="541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name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title slide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&amp; body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slide body.</a:t>
            </a:r>
          </a:p>
          <a:p>
            <a:pPr lvl="0" indent="0" marL="0">
              <a:buNone/>
            </a:pPr>
            <a:r>
              <a:rPr/>
              <a:t>Text can be styled for:</a:t>
            </a:r>
          </a:p>
          <a:p>
            <a:pPr lvl="0"/>
            <a:r>
              <a:rPr i="1"/>
              <a:t>emphasis</a:t>
            </a:r>
          </a:p>
          <a:p>
            <a:pPr lvl="0"/>
            <a:r>
              <a:rPr b="1"/>
              <a:t>strong emphasis</a:t>
            </a:r>
          </a:p>
          <a:p>
            <a:pPr lvl="0"/>
            <a:r>
              <a:rPr strike="sngStrike"/>
              <a:t>strikethrough</a:t>
            </a:r>
          </a:p>
          <a:p>
            <a:pPr lvl="0"/>
            <a:r>
              <a:rPr>
                <a:latin typeface="Courier"/>
              </a:rPr>
              <a:t>fixed width code fonts</a:t>
            </a:r>
          </a:p>
          <a:p>
            <a:pPr lvl="0" indent="0" marL="0">
              <a:buNone/>
            </a:pPr>
            <a:r>
              <a:rPr/>
              <a:t>Slides :heart: </a:t>
            </a:r>
            <a:r>
              <a:rPr>
                <a:hlinkClick r:id="rId2"/>
              </a:rPr>
              <a:t>links</a:t>
            </a:r>
            <a:r>
              <a:rPr/>
              <a:t> too!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title &amp; body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is a subtitle</a:t>
            </a:r>
          </a:p>
          <a:p>
            <a:pPr lvl="0" indent="0" marL="0">
              <a:buNone/>
            </a:pPr>
            <a:r>
              <a:rPr/>
              <a:t>This is the body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is the main point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100%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body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column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i="1"/>
              <a:t>left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{.column}</a:t>
            </a:r>
          </a:p>
          <a:p>
            <a:pPr lvl="0" indent="0" marL="0">
              <a:buNone/>
            </a:pPr>
            <a:r>
              <a:rPr/>
              <a:t>This is the </a:t>
            </a:r>
            <a:r>
              <a:rPr i="1"/>
              <a:t>right</a:t>
            </a:r>
            <a:r>
              <a:rPr/>
              <a:t> column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Columns can have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i="1"/>
              <a:t>left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{.column}</a:t>
            </a:r>
          </a:p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picsum.photos/g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51400" y="1397000"/>
            <a:ext cx="6248400" cy="351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background images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an inline image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2209800"/>
            <a:ext cx="6451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inline images with custom parameters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2209800"/>
            <a:ext cx="6451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videos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@</a:t>
            </a:r>
            <a:r>
              <a:rPr>
                <a:hlinkClick r:id="rId2"/>
              </a:rPr>
              <a:t>youtube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Print hello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hello</a:t>
            </a:r>
            <a:r>
              <a:rPr>
                <a:latin typeface="Courier"/>
              </a:rPr>
              <a:t>() 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'Hello world'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Code can be big…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Print hello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hello</a:t>
            </a:r>
            <a:r>
              <a:rPr>
                <a:latin typeface="Courier"/>
              </a:rPr>
              <a:t>() 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'Hello big world'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… or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Print hello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hello</a:t>
            </a:r>
            <a:r>
              <a:rPr>
                <a:latin typeface="Courier"/>
              </a:rPr>
              <a:t>() {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08000"/>
                </a:solidFill>
                <a:latin typeface="Courier"/>
              </a:rPr>
              <a:t>console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'Hello little world'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}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tables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2209800"/>
          <a:ext cx="10553700" cy="363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05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142 million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88 million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 million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million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inline HTML and CSS is supported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span to color text.</a:t>
            </a:r>
          </a:p>
          <a:p>
            <a:pPr lvl="0" indent="0" marL="0">
              <a:buNone/>
            </a:pPr>
            <a:r>
              <a:rPr/>
              <a:t>Use superscript and subscript, strikethrough or underline, even </a:t>
            </a:r>
            <a:r>
              <a:rPr cap="small"/>
              <a:t>small caps.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use custom master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 master slides can be selected by adding the attribute </a:t>
            </a:r>
            <a:r>
              <a:rPr>
                <a:latin typeface="Courier"/>
              </a:rPr>
              <a:t>{layout="Title and body"}</a:t>
            </a:r>
            <a:r>
              <a:rPr/>
              <a:t>, rather than auto detect the layout the slide layout will be chosen from the available master slides by the name.</a:t>
            </a:r>
          </a:p>
          <a:p>
            <a:pPr lvl="0" indent="0" marL="0">
              <a:buNone/>
            </a:pPr>
            <a:r>
              <a:rPr/>
              <a:t>This can be used with the flag </a:t>
            </a:r>
            <a:r>
              <a:rPr>
                <a:latin typeface="Courier"/>
              </a:rPr>
              <a:t>--copy=[presentation id]</a:t>
            </a:r>
            <a:r>
              <a:rPr/>
              <a:t> to copy and use an existing presentation as the source rather than a blank slide.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background images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Hello, is it me you’re looking for?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an inline image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2209800"/>
            <a:ext cx="6451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inline images with custom parameters</a:t>
            </a:r>
          </a:p>
        </p:txBody>
      </p:sp>
      <p:pic>
        <p:nvPicPr>
          <p:cNvPr descr="https://picsum.photos/1600/90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2209800"/>
            <a:ext cx="6451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can have many images</a:t>
            </a:r>
          </a:p>
        </p:txBody>
      </p:sp>
      <p:pic>
        <p:nvPicPr>
          <p:cNvPr descr="https://www.gstatic.com/images/branding/product/2x/drive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67200" y="2209800"/>
            <a:ext cx="36322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doc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444500"/>
            <a:ext cx="5410200" cy="541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sheet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444500"/>
            <a:ext cx="5410200" cy="541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slide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444500"/>
            <a:ext cx="5410200" cy="541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</p:txBody>
      </p:sp>
      <p:pic>
        <p:nvPicPr>
          <p:cNvPr descr="https://www.gstatic.com/images/branding/product/2x/forms_36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444500"/>
            <a:ext cx="5410200" cy="541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Century Gothic</vt:lpstr>
      <vt:lpstr>Wingdings 2</vt:lpstr>
      <vt:lpstr>Quotable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a title slide</dc:title>
  <dc:creator/>
  <cp:keywords/>
  <dcterms:created xsi:type="dcterms:W3CDTF">2026-06-29T15:51:06Z</dcterms:created>
  <dcterms:modified xsi:type="dcterms:W3CDTF">2026-06-29T15:51:06Z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_format">
    <vt:lpwstr>%A, %B %e, %Y</vt:lpwstr>
  </property>
</Properties>
</file>