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evelopers.google.com/slid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QBcHT0XJRP8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This is a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Tuesday, June 23, 2026</a:t>
            </a:r>
          </a:p>
        </p:txBody>
      </p:sp>
      <p:pic>
        <p:nvPicPr>
          <p:cNvPr descr="/Users/warithharchaoui/Library/Caches/md2star/mermaid/561d3283feb41f56d22432e9d08f9a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70500" y="203200"/>
            <a:ext cx="1689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name here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title slide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&amp; body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slide body.</a:t>
            </a:r>
          </a:p>
          <a:p>
            <a:pPr lvl="0" indent="0" marL="0">
              <a:buNone/>
            </a:pPr>
            <a:r>
              <a:rPr/>
              <a:t>Text can be styled for:</a:t>
            </a:r>
          </a:p>
          <a:p>
            <a:pPr lvl="0"/>
            <a:r>
              <a:rPr i="1"/>
              <a:t>emphasis</a:t>
            </a:r>
          </a:p>
          <a:p>
            <a:pPr lvl="0"/>
            <a:r>
              <a:rPr b="1"/>
              <a:t>strong emphasis</a:t>
            </a:r>
          </a:p>
          <a:p>
            <a:pPr lvl="0"/>
            <a:r>
              <a:rPr strike="sngStrike"/>
              <a:t>strikethrough</a:t>
            </a:r>
          </a:p>
          <a:p>
            <a:pPr lvl="0"/>
            <a:r>
              <a:rPr>
                <a:latin typeface="Courier"/>
              </a:rPr>
              <a:t>fixed width code fonts</a:t>
            </a:r>
          </a:p>
          <a:p>
            <a:pPr lvl="0" indent="0" marL="0">
              <a:buNone/>
            </a:pPr>
            <a:r>
              <a:rPr/>
              <a:t>Slides :heart: </a:t>
            </a:r>
            <a:r>
              <a:rPr>
                <a:hlinkClick r:id="rId2"/>
              </a:rPr>
              <a:t>links</a:t>
            </a:r>
            <a:r>
              <a:rPr/>
              <a:t> too!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title &amp; body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is a subtitle</a:t>
            </a:r>
          </a:p>
          <a:p>
            <a:pPr lvl="0" indent="0" marL="0">
              <a:buNone/>
            </a:pPr>
            <a:r>
              <a:rPr/>
              <a:t>This is the body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main point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body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</a:t>
            </a:r>
            <a:r>
              <a:rPr i="1"/>
              <a:t>left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{.column}</a:t>
            </a:r>
          </a:p>
          <a:p>
            <a:pPr lvl="0" indent="0" marL="0">
              <a:buNone/>
            </a:pPr>
            <a:r>
              <a:rPr/>
              <a:t>This is the </a:t>
            </a:r>
            <a:r>
              <a:rPr i="1"/>
              <a:t>right</a:t>
            </a:r>
            <a:r>
              <a:rPr/>
              <a:t> column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Columns can have images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</a:t>
            </a:r>
            <a:r>
              <a:rPr i="1"/>
              <a:t>left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{.column}</a:t>
            </a:r>
          </a:p>
          <a:p>
            <a:pPr lvl="0" indent="0" marL="0">
              <a:spcBef>
                <a:spcPts val="3000"/>
              </a:spcBef>
              <a:buNone/>
            </a:pPr>
          </a:p>
        </p:txBody>
      </p:sp>
      <p:pic>
        <p:nvPicPr>
          <p:cNvPr descr="https://picsum.photos/g/1600/90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background images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an inline image</a:t>
            </a:r>
          </a:p>
        </p:txBody>
      </p:sp>
      <p:pic>
        <p:nvPicPr>
          <p:cNvPr descr="https://picsum.photos/1600/90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inline images with custom parameters</a:t>
            </a:r>
          </a:p>
        </p:txBody>
      </p:sp>
      <p:pic>
        <p:nvPicPr>
          <p:cNvPr descr="https://picsum.photos/1600/90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@</a:t>
            </a:r>
            <a:r>
              <a:rPr>
                <a:hlinkClick r:id="rId2"/>
              </a:rPr>
              <a:t>youtube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Print hello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hello</a:t>
            </a:r>
            <a:r>
              <a:rPr>
                <a:latin typeface="Courier"/>
              </a:rPr>
              <a:t>()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'Hello world'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can be big…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Print hello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hello</a:t>
            </a:r>
            <a:r>
              <a:rPr>
                <a:latin typeface="Courier"/>
              </a:rPr>
              <a:t>()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'Hello big world'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 or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Print hello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hello</a:t>
            </a:r>
            <a:r>
              <a:rPr>
                <a:latin typeface="Courier"/>
              </a:rPr>
              <a:t>()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'Hello little world'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tables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142 million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 million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 million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million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inline HTML and CSS is supported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span to color text.</a:t>
            </a:r>
          </a:p>
          <a:p>
            <a:pPr lvl="0" indent="0" marL="0">
              <a:buNone/>
            </a:pPr>
            <a:r>
              <a:rPr/>
              <a:t>Use superscript and subscript, strikethrough or underline, even </a:t>
            </a:r>
            <a:r>
              <a:rPr cap="small"/>
              <a:t>small caps.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use custom master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 master slides can be selected by adding the attribute </a:t>
            </a:r>
            <a:r>
              <a:rPr>
                <a:latin typeface="Courier"/>
              </a:rPr>
              <a:t>{layout="Title and body"}</a:t>
            </a:r>
            <a:r>
              <a:rPr/>
              <a:t>, rather than auto detect the layout the slide layout will be chosen from the available master slides by the name.</a:t>
            </a:r>
          </a:p>
          <a:p>
            <a:pPr lvl="0" indent="0" marL="0">
              <a:buNone/>
            </a:pPr>
            <a:r>
              <a:rPr/>
              <a:t>This can be used with the flag </a:t>
            </a:r>
            <a:r>
              <a:rPr>
                <a:latin typeface="Courier"/>
              </a:rPr>
              <a:t>--copy=[presentation id]</a:t>
            </a:r>
            <a:r>
              <a:rPr/>
              <a:t> to copy and use an existing presentation as the source rather than a blank slide.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background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Hello, is it me you’re looking for?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an inline image</a:t>
            </a:r>
          </a:p>
        </p:txBody>
      </p:sp>
      <p:pic>
        <p:nvPicPr>
          <p:cNvPr descr="https://picsum.photos/1600/90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inline images with custom parameters</a:t>
            </a:r>
          </a:p>
        </p:txBody>
      </p:sp>
      <p:pic>
        <p:nvPicPr>
          <p:cNvPr descr="https://picsum.photos/1600/90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can have many images</a:t>
            </a:r>
          </a:p>
        </p:txBody>
      </p:sp>
      <p:pic>
        <p:nvPicPr>
          <p:cNvPr descr="https://www.gstatic.com/images/branding/product/2x/drive_36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</a:p>
        </p:txBody>
      </p:sp>
      <p:pic>
        <p:nvPicPr>
          <p:cNvPr descr="https://www.gstatic.com/images/branding/product/2x/docs_36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</a:p>
        </p:txBody>
      </p:sp>
      <p:pic>
        <p:nvPicPr>
          <p:cNvPr descr="https://www.gstatic.com/images/branding/product/2x/sheets_36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</a:p>
        </p:txBody>
      </p:sp>
      <p:pic>
        <p:nvPicPr>
          <p:cNvPr descr="https://www.gstatic.com/images/branding/product/2x/slides_36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</a:p>
        </p:txBody>
      </p:sp>
      <p:pic>
        <p:nvPicPr>
          <p:cNvPr descr="https://www.gstatic.com/images/branding/product/2x/forms_36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title slide</dc:title>
  <dc:creator/>
  <cp:keywords/>
  <dcterms:created xsi:type="dcterms:W3CDTF">2026-06-23T10:37:18Z</dcterms:created>
  <dcterms:modified xsi:type="dcterms:W3CDTF">2026-06-23T10:37:18Z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_format">
    <vt:lpwstr>%A, %B %e, %Y</vt:lpwstr>
  </property>
</Properties>
</file>