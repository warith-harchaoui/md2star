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64C6-AEC5-2EAE-3313-543C51B5BF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762D0-70DA-D27F-A8DF-1B7E396629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988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Warith HARCHAOUI</dc:creator>
  <cp:lastModifiedBy>Warith HARCHAOUI</cp:lastModifiedBy>
  <cp:revision>1</cp:revision>
  <dcterms:created xsi:type="dcterms:W3CDTF">2026-05-10T17:41:48Z</dcterms:created>
  <dcterms:modified xsi:type="dcterms:W3CDTF">2026-05-10T17:42:24Z</dcterms:modified>
</cp:coreProperties>
</file>