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3" r:id="rId4"/>
    <p:sldMasterId id="2147483684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</p:sldIdLst>
  <p:sldSz cy="5143500" cx="9144000"/>
  <p:notesSz cx="6858000" cy="9144000"/>
  <p:embeddedFontLst>
    <p:embeddedFont>
      <p:font typeface="Proxima Nova"/>
      <p:regular r:id="rId56"/>
      <p:bold r:id="rId57"/>
      <p:italic r:id="rId58"/>
      <p:boldItalic r:id="rId59"/>
    </p:embeddedFont>
    <p:embeddedFont>
      <p:font typeface="Roboto Medium"/>
      <p:regular r:id="rId60"/>
      <p:bold r:id="rId61"/>
      <p:italic r:id="rId62"/>
      <p:boldItalic r:id="rId63"/>
    </p:embeddedFont>
    <p:embeddedFont>
      <p:font typeface="Amatic SC"/>
      <p:regular r:id="rId64"/>
      <p:bold r:id="rId65"/>
    </p:embeddedFont>
    <p:embeddedFont>
      <p:font typeface="Montserrat"/>
      <p:regular r:id="rId66"/>
      <p:bold r:id="rId67"/>
      <p:italic r:id="rId68"/>
      <p:boldItalic r:id="rId69"/>
    </p:embeddedFont>
    <p:embeddedFont>
      <p:font typeface="Montserrat Medium"/>
      <p:regular r:id="rId70"/>
      <p:bold r:id="rId71"/>
      <p:italic r:id="rId72"/>
      <p:boldItalic r:id="rId73"/>
    </p:embeddedFont>
    <p:embeddedFont>
      <p:font typeface="Montserrat ExtraLight"/>
      <p:regular r:id="rId74"/>
      <p:bold r:id="rId75"/>
      <p:italic r:id="rId76"/>
      <p:boldItalic r:id="rId77"/>
    </p:embeddedFont>
    <p:embeddedFont>
      <p:font typeface="Proxima Nova Semibold"/>
      <p:regular r:id="rId78"/>
      <p:bold r:id="rId79"/>
      <p:boldItalic r:id="rId80"/>
    </p:embeddedFont>
    <p:embeddedFont>
      <p:font typeface="Montserrat ExtraBold"/>
      <p:bold r:id="rId81"/>
      <p:boldItalic r:id="rId8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EE5EAB3C-AF81-403C-96D6-995B82241074}">
  <a:tblStyle styleId="{EE5EAB3C-AF81-403C-96D6-995B82241074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ProximaNovaSemibold-boldItalic.fntdata"/><Relationship Id="rId82" Type="http://schemas.openxmlformats.org/officeDocument/2006/relationships/font" Target="fonts/MontserratExtraBold-boldItalic.fntdata"/><Relationship Id="rId81" Type="http://schemas.openxmlformats.org/officeDocument/2006/relationships/font" Target="fonts/MontserratExtraBold-bold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MontserratMedium-boldItalic.fntdata"/><Relationship Id="rId72" Type="http://schemas.openxmlformats.org/officeDocument/2006/relationships/font" Target="fonts/MontserratMedium-italic.fntdata"/><Relationship Id="rId31" Type="http://schemas.openxmlformats.org/officeDocument/2006/relationships/slide" Target="slides/slide25.xml"/><Relationship Id="rId75" Type="http://schemas.openxmlformats.org/officeDocument/2006/relationships/font" Target="fonts/MontserratExtraLight-bold.fntdata"/><Relationship Id="rId30" Type="http://schemas.openxmlformats.org/officeDocument/2006/relationships/slide" Target="slides/slide24.xml"/><Relationship Id="rId74" Type="http://schemas.openxmlformats.org/officeDocument/2006/relationships/font" Target="fonts/MontserratExtraLight-regular.fntdata"/><Relationship Id="rId33" Type="http://schemas.openxmlformats.org/officeDocument/2006/relationships/slide" Target="slides/slide27.xml"/><Relationship Id="rId77" Type="http://schemas.openxmlformats.org/officeDocument/2006/relationships/font" Target="fonts/MontserratExtraLight-boldItalic.fntdata"/><Relationship Id="rId32" Type="http://schemas.openxmlformats.org/officeDocument/2006/relationships/slide" Target="slides/slide26.xml"/><Relationship Id="rId76" Type="http://schemas.openxmlformats.org/officeDocument/2006/relationships/font" Target="fonts/MontserratExtraLight-italic.fntdata"/><Relationship Id="rId35" Type="http://schemas.openxmlformats.org/officeDocument/2006/relationships/slide" Target="slides/slide29.xml"/><Relationship Id="rId79" Type="http://schemas.openxmlformats.org/officeDocument/2006/relationships/font" Target="fonts/ProximaNovaSemibold-bold.fntdata"/><Relationship Id="rId34" Type="http://schemas.openxmlformats.org/officeDocument/2006/relationships/slide" Target="slides/slide28.xml"/><Relationship Id="rId78" Type="http://schemas.openxmlformats.org/officeDocument/2006/relationships/font" Target="fonts/ProximaNovaSemibold-regular.fntdata"/><Relationship Id="rId71" Type="http://schemas.openxmlformats.org/officeDocument/2006/relationships/font" Target="fonts/MontserratMedium-bold.fntdata"/><Relationship Id="rId70" Type="http://schemas.openxmlformats.org/officeDocument/2006/relationships/font" Target="fonts/MontserratMedium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italic.fntdata"/><Relationship Id="rId61" Type="http://schemas.openxmlformats.org/officeDocument/2006/relationships/font" Target="fonts/RobotoMedium-bold.fntdata"/><Relationship Id="rId20" Type="http://schemas.openxmlformats.org/officeDocument/2006/relationships/slide" Target="slides/slide14.xml"/><Relationship Id="rId64" Type="http://schemas.openxmlformats.org/officeDocument/2006/relationships/font" Target="fonts/AmaticSC-regular.fntdata"/><Relationship Id="rId63" Type="http://schemas.openxmlformats.org/officeDocument/2006/relationships/font" Target="fonts/RobotoMedium-boldItalic.fntdata"/><Relationship Id="rId22" Type="http://schemas.openxmlformats.org/officeDocument/2006/relationships/slide" Target="slides/slide16.xml"/><Relationship Id="rId66" Type="http://schemas.openxmlformats.org/officeDocument/2006/relationships/font" Target="fonts/Montserrat-regular.fntdata"/><Relationship Id="rId21" Type="http://schemas.openxmlformats.org/officeDocument/2006/relationships/slide" Target="slides/slide15.xml"/><Relationship Id="rId65" Type="http://schemas.openxmlformats.org/officeDocument/2006/relationships/font" Target="fonts/AmaticSC-bold.fntdata"/><Relationship Id="rId24" Type="http://schemas.openxmlformats.org/officeDocument/2006/relationships/slide" Target="slides/slide18.xml"/><Relationship Id="rId68" Type="http://schemas.openxmlformats.org/officeDocument/2006/relationships/font" Target="fonts/Montserrat-italic.fntdata"/><Relationship Id="rId23" Type="http://schemas.openxmlformats.org/officeDocument/2006/relationships/slide" Target="slides/slide17.xml"/><Relationship Id="rId67" Type="http://schemas.openxmlformats.org/officeDocument/2006/relationships/font" Target="fonts/Montserrat-bold.fntdata"/><Relationship Id="rId60" Type="http://schemas.openxmlformats.org/officeDocument/2006/relationships/font" Target="fonts/RobotoMedium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Montserrat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ProximaNova-bold.fntdata"/><Relationship Id="rId12" Type="http://schemas.openxmlformats.org/officeDocument/2006/relationships/slide" Target="slides/slide6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" name="Google Shape;160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g7f9262ee2f_0_26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" name="Google Shape;168;g7f9262ee2f_0_26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g7f9262ee2f_0_262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" name="Google Shape;176;g7f9262ee2f_0_262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g7290233416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" name="Google Shape;192;g7290233416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g7290233416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" name="Google Shape;198;g7290233416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g7f9262ee2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" name="Google Shape;204;g7f9262ee2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g7290233416_0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" name="Google Shape;212;g7290233416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g7f9262ee2f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" name="Google Shape;219;g7f9262ee2f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7f9262ee2f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7f9262ee2f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Google Shape;256;g7f9262ee2f_0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7" name="Google Shape;257;g7f9262ee2f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g7f9262ee2f_0_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" name="Google Shape;263;g7f9262ee2f_0_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g7f9262ee2f_0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" name="Google Shape;271;g7f9262ee2f_0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g7f9262ee2f_0_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8" name="Google Shape;278;g7f9262ee2f_0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g7f9262ee2f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0" name="Google Shape;290;g7f9262ee2f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g7f9262ee2f_0_24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" name="Google Shape;363;g7f9262ee2f_0_24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g7f9262ee2f_0_245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" name="Google Shape;370;g7f9262ee2f_0_245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51" name="Shape 1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2" name="Google Shape;1952;g7f9262ee2f_0_26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3" name="Google Shape;1953;g7f9262ee2f_0_26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0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ogle Shape;1971;g7f9262ee2f_0_263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2" name="Google Shape;1972;g7f9262ee2f_0_263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2" name="Shape 1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3" name="Google Shape;1983;g7f9262ee2f_0_26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4" name="Google Shape;1984;g7f9262ee2f_0_26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9" name="Shape 1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0" name="Google Shape;1990;g7f9262ee2f_0_263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1" name="Google Shape;1991;g7f9262ee2f_0_263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99" name="Shape 1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0" name="Google Shape;2000;g7f9262ee2f_0_262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1" name="Google Shape;2001;g7f9262ee2f_0_262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37" name="Shape 2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8" name="Google Shape;2038;g7f9262ee2f_0_261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9" name="Google Shape;2039;g7f9262ee2f_0_261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48" name="Shape 2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Google Shape;2049;g7f9262ee2f_0_263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0" name="Google Shape;2050;g7f9262ee2f_0_263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66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g7f9262ee2f_0_261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8" name="Google Shape;2068;g7f9262ee2f_0_261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85" name="Shape 2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6" name="Google Shape;2086;g7f9262ee2f_0_263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7" name="Google Shape;2087;g7f9262ee2f_0_263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3" name="Shape 2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" name="Google Shape;2094;g7f9262ee2f_0_263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5" name="Google Shape;2095;g7f9262ee2f_0_263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9" name="Shape 2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0" name="Google Shape;2110;g7f9262ee2f_0_261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1" name="Google Shape;2111;g7f9262ee2f_0_261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24" name="Shape 2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5" name="Google Shape;2125;g7f9262ee2f_0_26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6" name="Google Shape;2126;g7f9262ee2f_0_26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37" name="Shape 2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8" name="Google Shape;2138;g7f9262ee2f_0_262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9" name="Google Shape;2139;g7f9262ee2f_0_262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48" name="Shape 2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" name="Google Shape;2149;g7f9262ee2f_0_263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0" name="Google Shape;2150;g7f9262ee2f_0_263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55" name="Shape 2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6" name="Google Shape;2156;g7f9262ee2f_0_262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7" name="Google Shape;2157;g7f9262ee2f_0_262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75" name="Shape 2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6" name="Google Shape;2176;g7f9262ee2f_0_262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7" name="Google Shape;2177;g7f9262ee2f_0_262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86" name="Shape 2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7" name="Google Shape;2187;g7f9262ee2f_0_262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8" name="Google Shape;2188;g7f9262ee2f_0_26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93" name="Shape 2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4" name="Google Shape;2194;g7f9262ee2f_0_122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5" name="Google Shape;2195;g7f9262ee2f_0_122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0" name="Shape 2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" name="Google Shape;2201;g7f9262ee2f_0_122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2" name="Google Shape;2202;g7f9262ee2f_0_122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16" name="Shape 2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7" name="Google Shape;2217;g7f9262ee2f_0_12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8" name="Google Shape;2218;g7f9262ee2f_0_12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53" name="Shape 2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4" name="Google Shape;2554;g7f9262ee2f_0_126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5" name="Google Shape;2555;g7f9262ee2f_0_126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53" name="Shape 9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4" name="Google Shape;9054;g7f9262ee2f_0_191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55" name="Google Shape;9055;g7f9262ee2f_0_191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80" name="Shape 9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1" name="Google Shape;9481;g7f9262ee2f_0_195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82" name="Google Shape;9482;g7f9262ee2f_0_195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43" name="Shape 9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4" name="Google Shape;9644;g7f9262ee2f_0_197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45" name="Google Shape;9645;g7f9262ee2f_0_197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45" name="Shape 10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6" name="Google Shape;10046;g7f9262ee2f_0_201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7" name="Google Shape;10047;g7f9262ee2f_0_201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16" name="Shape 10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7" name="Google Shape;10417;g7f9262ee2f_0_204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18" name="Google Shape;10418;g7f9262ee2f_0_204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93" name="Shape 10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4" name="Google Shape;10794;g7f9262ee2f_0_208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95" name="Google Shape;10795;g7f9262ee2f_0_208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24" name="Shape 1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5" name="Google Shape;11225;g7f9262ee2f_0_21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26" name="Google Shape;11226;g7f9262ee2f_0_21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17" name="Shape 12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8" name="Google Shape;12018;g7f9262ee2f_0_220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19" name="Google Shape;12019;g7f9262ee2f_0_220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58" name="Shape 1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9" name="Google Shape;12759;g7f9262ee2f_0_228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60" name="Google Shape;12760;g7f9262ee2f_0_228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51" name="Shape 13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2" name="Google Shape;13452;g7f9262ee2f_0_235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53" name="Google Shape;13453;g7f9262ee2f_0_235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53" name="Shape 13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4" name="Google Shape;13754;g7f9262ee2f_0_238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55" name="Google Shape;13755;g7f9262ee2f_0_238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87" name="Shape 14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8" name="Google Shape;14388;g7f9262ee2f_0_244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89" name="Google Shape;14389;g7f9262ee2f_0_244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3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Relationship Id="rId3" Type="http://schemas.openxmlformats.org/officeDocument/2006/relationships/image" Target="../media/image7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4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8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4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7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9.png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3.pn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1.png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3.png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jpg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2175900" y="1950100"/>
            <a:ext cx="47922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2044200" y="3704650"/>
            <a:ext cx="50556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title"/>
          </p:nvPr>
        </p:nvSpPr>
        <p:spPr>
          <a:xfrm>
            <a:off x="3762670" y="3177750"/>
            <a:ext cx="3068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" name="Google Shape;13;p3"/>
          <p:cNvSpPr txBox="1"/>
          <p:nvPr>
            <p:ph hasCustomPrompt="1" idx="2" type="title"/>
          </p:nvPr>
        </p:nvSpPr>
        <p:spPr>
          <a:xfrm>
            <a:off x="1048270" y="3287500"/>
            <a:ext cx="2412900" cy="931500"/>
          </a:xfrm>
          <a:prstGeom prst="rect">
            <a:avLst/>
          </a:prstGeom>
          <a:effectLst>
            <a:outerShdw blurRad="114300" rotWithShape="0" algn="bl" dir="6360000" dist="28575">
              <a:schemeClr val="accent1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/>
          <p:nvPr>
            <p:ph idx="1" type="subTitle"/>
          </p:nvPr>
        </p:nvSpPr>
        <p:spPr>
          <a:xfrm>
            <a:off x="3762670" y="3720650"/>
            <a:ext cx="30687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7" name="Google Shape;17;p4"/>
          <p:cNvSpPr txBox="1"/>
          <p:nvPr>
            <p:ph idx="1" type="body"/>
          </p:nvPr>
        </p:nvSpPr>
        <p:spPr>
          <a:xfrm>
            <a:off x="938500" y="1659275"/>
            <a:ext cx="49464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5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0" name="Google Shape;20;p5"/>
          <p:cNvSpPr txBox="1"/>
          <p:nvPr>
            <p:ph idx="1" type="body"/>
          </p:nvPr>
        </p:nvSpPr>
        <p:spPr>
          <a:xfrm>
            <a:off x="938500" y="1659275"/>
            <a:ext cx="31869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1" name="Google Shape;21;p5"/>
          <p:cNvSpPr txBox="1"/>
          <p:nvPr>
            <p:ph idx="2" type="body"/>
          </p:nvPr>
        </p:nvSpPr>
        <p:spPr>
          <a:xfrm>
            <a:off x="5037525" y="1659275"/>
            <a:ext cx="31869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6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7"/>
          <p:cNvSpPr txBox="1"/>
          <p:nvPr>
            <p:ph type="title"/>
          </p:nvPr>
        </p:nvSpPr>
        <p:spPr>
          <a:xfrm>
            <a:off x="5337175" y="1297125"/>
            <a:ext cx="2837400" cy="125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6" name="Google Shape;26;p7"/>
          <p:cNvSpPr txBox="1"/>
          <p:nvPr>
            <p:ph idx="1" type="body"/>
          </p:nvPr>
        </p:nvSpPr>
        <p:spPr>
          <a:xfrm>
            <a:off x="5337175" y="2593875"/>
            <a:ext cx="2837400" cy="12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8"/>
          <p:cNvSpPr txBox="1"/>
          <p:nvPr>
            <p:ph type="title"/>
          </p:nvPr>
        </p:nvSpPr>
        <p:spPr>
          <a:xfrm>
            <a:off x="929477" y="436183"/>
            <a:ext cx="2746500" cy="409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  <p:pic>
        <p:nvPicPr>
          <p:cNvPr id="29" name="Google Shape;29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3278924" y="414050"/>
            <a:ext cx="7626551" cy="2883799"/>
          </a:xfrm>
          <a:prstGeom prst="rect">
            <a:avLst/>
          </a:prstGeom>
          <a:noFill/>
          <a:ln>
            <a:noFill/>
          </a:ln>
        </p:spPr>
      </p:pic>
      <p:pic>
        <p:nvPicPr>
          <p:cNvPr id="30" name="Google Shape;30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 rot="5400000">
            <a:off x="4822414" y="-351911"/>
            <a:ext cx="9309797" cy="3520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9"/>
          <p:cNvSpPr txBox="1"/>
          <p:nvPr>
            <p:ph idx="1" type="subTitle"/>
          </p:nvPr>
        </p:nvSpPr>
        <p:spPr>
          <a:xfrm>
            <a:off x="938500" y="1769575"/>
            <a:ext cx="28716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3" name="Google Shape;33;p9"/>
          <p:cNvSpPr txBox="1"/>
          <p:nvPr>
            <p:ph idx="2" type="body"/>
          </p:nvPr>
        </p:nvSpPr>
        <p:spPr>
          <a:xfrm>
            <a:off x="4703375" y="909600"/>
            <a:ext cx="3468900" cy="33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4" name="Google Shape;34;p9"/>
          <p:cNvSpPr txBox="1"/>
          <p:nvPr>
            <p:ph type="title"/>
          </p:nvPr>
        </p:nvSpPr>
        <p:spPr>
          <a:xfrm>
            <a:off x="938500" y="445025"/>
            <a:ext cx="32238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10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11"/>
          <p:cNvSpPr txBox="1"/>
          <p:nvPr>
            <p:ph hasCustomPrompt="1" type="title"/>
          </p:nvPr>
        </p:nvSpPr>
        <p:spPr>
          <a:xfrm>
            <a:off x="1920750" y="1634425"/>
            <a:ext cx="5302500" cy="111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9" name="Google Shape;39;p11"/>
          <p:cNvSpPr txBox="1"/>
          <p:nvPr>
            <p:ph idx="1" type="body"/>
          </p:nvPr>
        </p:nvSpPr>
        <p:spPr>
          <a:xfrm>
            <a:off x="2786550" y="3094475"/>
            <a:ext cx="3570900" cy="5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accent1"/>
                </a:solidFill>
              </a:defRPr>
            </a:lvl1pPr>
            <a:lvl2pPr indent="-342900" lvl="1" marL="9144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○"/>
              <a:defRPr sz="1800">
                <a:solidFill>
                  <a:schemeClr val="accent1"/>
                </a:solidFill>
              </a:defRPr>
            </a:lvl2pPr>
            <a:lvl3pPr indent="-342900" lvl="2" marL="13716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■"/>
              <a:defRPr sz="1800">
                <a:solidFill>
                  <a:schemeClr val="accent1"/>
                </a:solidFill>
              </a:defRPr>
            </a:lvl3pPr>
            <a:lvl4pPr indent="-342900" lvl="3" marL="18288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800">
                <a:solidFill>
                  <a:schemeClr val="accent1"/>
                </a:solidFill>
              </a:defRPr>
            </a:lvl4pPr>
            <a:lvl5pPr indent="-342900" lvl="4" marL="22860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○"/>
              <a:defRPr sz="1800">
                <a:solidFill>
                  <a:schemeClr val="accent1"/>
                </a:solidFill>
              </a:defRPr>
            </a:lvl5pPr>
            <a:lvl6pPr indent="-342900" lvl="5" marL="27432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■"/>
              <a:defRPr sz="1800">
                <a:solidFill>
                  <a:schemeClr val="accent1"/>
                </a:solidFill>
              </a:defRPr>
            </a:lvl6pPr>
            <a:lvl7pPr indent="-342900" lvl="6" marL="32004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800">
                <a:solidFill>
                  <a:schemeClr val="accent1"/>
                </a:solidFill>
              </a:defRPr>
            </a:lvl7pPr>
            <a:lvl8pPr indent="-342900" lvl="7" marL="36576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○"/>
              <a:defRPr sz="1800">
                <a:solidFill>
                  <a:schemeClr val="accent1"/>
                </a:solidFill>
              </a:defRPr>
            </a:lvl8pPr>
            <a:lvl9pPr indent="-342900" lvl="8" marL="4114800" algn="ctr"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800"/>
              <a:buChar char="■"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">
  <p:cSld name="CAPTION_ONLY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3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3" name="Google Shape;43;p13"/>
          <p:cNvSpPr txBox="1"/>
          <p:nvPr>
            <p:ph idx="1" type="body"/>
          </p:nvPr>
        </p:nvSpPr>
        <p:spPr>
          <a:xfrm>
            <a:off x="938500" y="1246025"/>
            <a:ext cx="7172100" cy="30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1625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50"/>
              <a:buChar char="●"/>
              <a:defRPr sz="1150">
                <a:solidFill>
                  <a:schemeClr val="lt1"/>
                </a:solidFill>
              </a:defRPr>
            </a:lvl1pPr>
            <a:lvl2pPr indent="-301625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○"/>
              <a:defRPr sz="1150">
                <a:solidFill>
                  <a:schemeClr val="lt1"/>
                </a:solidFill>
              </a:defRPr>
            </a:lvl2pPr>
            <a:lvl3pPr indent="-301625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■"/>
              <a:defRPr sz="1150">
                <a:solidFill>
                  <a:schemeClr val="lt1"/>
                </a:solidFill>
              </a:defRPr>
            </a:lvl3pPr>
            <a:lvl4pPr indent="-301625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●"/>
              <a:defRPr sz="1150">
                <a:solidFill>
                  <a:schemeClr val="lt1"/>
                </a:solidFill>
              </a:defRPr>
            </a:lvl4pPr>
            <a:lvl5pPr indent="-301625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○"/>
              <a:defRPr sz="1150">
                <a:solidFill>
                  <a:schemeClr val="lt1"/>
                </a:solidFill>
              </a:defRPr>
            </a:lvl5pPr>
            <a:lvl6pPr indent="-301625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■"/>
              <a:defRPr sz="1150">
                <a:solidFill>
                  <a:schemeClr val="lt1"/>
                </a:solidFill>
              </a:defRPr>
            </a:lvl6pPr>
            <a:lvl7pPr indent="-301625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●"/>
              <a:defRPr sz="1150">
                <a:solidFill>
                  <a:schemeClr val="lt1"/>
                </a:solidFill>
              </a:defRPr>
            </a:lvl7pPr>
            <a:lvl8pPr indent="-301625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○"/>
              <a:defRPr sz="1150">
                <a:solidFill>
                  <a:schemeClr val="lt1"/>
                </a:solidFill>
              </a:defRPr>
            </a:lvl8pPr>
            <a:lvl9pPr indent="-301625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150"/>
              <a:buChar char="■"/>
              <a:defRPr sz="115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SECTION_TITLE_AND_DESCRIPTION_1_1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4"/>
          <p:cNvSpPr txBox="1"/>
          <p:nvPr>
            <p:ph type="title"/>
          </p:nvPr>
        </p:nvSpPr>
        <p:spPr>
          <a:xfrm>
            <a:off x="3538497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6" name="Google Shape;46;p14"/>
          <p:cNvSpPr txBox="1"/>
          <p:nvPr>
            <p:ph idx="1" type="subTitle"/>
          </p:nvPr>
        </p:nvSpPr>
        <p:spPr>
          <a:xfrm>
            <a:off x="3538497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7" name="Google Shape;47;p14"/>
          <p:cNvSpPr txBox="1"/>
          <p:nvPr>
            <p:ph idx="2" type="title"/>
          </p:nvPr>
        </p:nvSpPr>
        <p:spPr>
          <a:xfrm>
            <a:off x="6028553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8" name="Google Shape;48;p14"/>
          <p:cNvSpPr txBox="1"/>
          <p:nvPr>
            <p:ph idx="3" type="subTitle"/>
          </p:nvPr>
        </p:nvSpPr>
        <p:spPr>
          <a:xfrm>
            <a:off x="6028553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9" name="Google Shape;49;p14"/>
          <p:cNvSpPr txBox="1"/>
          <p:nvPr>
            <p:ph idx="4" type="title"/>
          </p:nvPr>
        </p:nvSpPr>
        <p:spPr>
          <a:xfrm>
            <a:off x="1048447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0" name="Google Shape;50;p14"/>
          <p:cNvSpPr txBox="1"/>
          <p:nvPr>
            <p:ph idx="5" type="subTitle"/>
          </p:nvPr>
        </p:nvSpPr>
        <p:spPr>
          <a:xfrm>
            <a:off x="1048447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1" name="Google Shape;51;p14"/>
          <p:cNvSpPr txBox="1"/>
          <p:nvPr>
            <p:ph hasCustomPrompt="1" idx="6" type="title"/>
          </p:nvPr>
        </p:nvSpPr>
        <p:spPr>
          <a:xfrm>
            <a:off x="104845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" name="Google Shape;52;p14"/>
          <p:cNvSpPr txBox="1"/>
          <p:nvPr>
            <p:ph hasCustomPrompt="1" idx="7" type="title"/>
          </p:nvPr>
        </p:nvSpPr>
        <p:spPr>
          <a:xfrm>
            <a:off x="353850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3" name="Google Shape;53;p14"/>
          <p:cNvSpPr txBox="1"/>
          <p:nvPr>
            <p:ph hasCustomPrompt="1" idx="8" type="title"/>
          </p:nvPr>
        </p:nvSpPr>
        <p:spPr>
          <a:xfrm>
            <a:off x="602855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ext">
  <p:cSld name="TITLE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5"/>
          <p:cNvSpPr txBox="1"/>
          <p:nvPr>
            <p:ph type="ctrTitle"/>
          </p:nvPr>
        </p:nvSpPr>
        <p:spPr>
          <a:xfrm>
            <a:off x="4285500" y="2832875"/>
            <a:ext cx="3657300" cy="644700"/>
          </a:xfrm>
          <a:prstGeom prst="rect">
            <a:avLst/>
          </a:prstGeom>
          <a:effectLst>
            <a:outerShdw blurRad="57150" rotWithShape="0" algn="bl" dir="5400000" dist="19050">
              <a:srgbClr val="76A5AF">
                <a:alpha val="88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1" sz="6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6" name="Google Shape;56;p15"/>
          <p:cNvSpPr txBox="1"/>
          <p:nvPr>
            <p:ph idx="1" type="subTitle"/>
          </p:nvPr>
        </p:nvSpPr>
        <p:spPr>
          <a:xfrm>
            <a:off x="4144050" y="3549850"/>
            <a:ext cx="394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6"/>
          <p:cNvSpPr txBox="1"/>
          <p:nvPr>
            <p:ph type="ctrTitle"/>
          </p:nvPr>
        </p:nvSpPr>
        <p:spPr>
          <a:xfrm>
            <a:off x="1850525" y="1157925"/>
            <a:ext cx="5442900" cy="260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9" name="Google Shape;59;p16"/>
          <p:cNvSpPr txBox="1"/>
          <p:nvPr>
            <p:ph idx="1" type="subTitle"/>
          </p:nvPr>
        </p:nvSpPr>
        <p:spPr>
          <a:xfrm>
            <a:off x="2481900" y="3945600"/>
            <a:ext cx="418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">
  <p:cSld name="SECTION_TITLE_AND_DESCRIPTION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7"/>
          <p:cNvSpPr txBox="1"/>
          <p:nvPr>
            <p:ph type="title"/>
          </p:nvPr>
        </p:nvSpPr>
        <p:spPr>
          <a:xfrm>
            <a:off x="1937338" y="2463175"/>
            <a:ext cx="23901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2" name="Google Shape;62;p17"/>
          <p:cNvSpPr txBox="1"/>
          <p:nvPr>
            <p:ph idx="1" type="subTitle"/>
          </p:nvPr>
        </p:nvSpPr>
        <p:spPr>
          <a:xfrm>
            <a:off x="1937338" y="3148075"/>
            <a:ext cx="23901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3" name="Google Shape;63;p17"/>
          <p:cNvSpPr txBox="1"/>
          <p:nvPr>
            <p:ph idx="2" type="title"/>
          </p:nvPr>
        </p:nvSpPr>
        <p:spPr>
          <a:xfrm>
            <a:off x="4816563" y="2463175"/>
            <a:ext cx="23901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4" name="Google Shape;64;p17"/>
          <p:cNvSpPr txBox="1"/>
          <p:nvPr>
            <p:ph idx="3" type="subTitle"/>
          </p:nvPr>
        </p:nvSpPr>
        <p:spPr>
          <a:xfrm>
            <a:off x="4816563" y="3148075"/>
            <a:ext cx="23901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5" name="Google Shape;65;p17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">
  <p:cSld name="SECTION_TITLE_AND_DESCRIPTION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8"/>
          <p:cNvSpPr txBox="1"/>
          <p:nvPr>
            <p:ph type="title"/>
          </p:nvPr>
        </p:nvSpPr>
        <p:spPr>
          <a:xfrm>
            <a:off x="3538497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8" name="Google Shape;68;p18"/>
          <p:cNvSpPr txBox="1"/>
          <p:nvPr>
            <p:ph idx="1" type="subTitle"/>
          </p:nvPr>
        </p:nvSpPr>
        <p:spPr>
          <a:xfrm>
            <a:off x="3538497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9" name="Google Shape;69;p18"/>
          <p:cNvSpPr txBox="1"/>
          <p:nvPr>
            <p:ph idx="2" type="title"/>
          </p:nvPr>
        </p:nvSpPr>
        <p:spPr>
          <a:xfrm>
            <a:off x="6028553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0" name="Google Shape;70;p18"/>
          <p:cNvSpPr txBox="1"/>
          <p:nvPr>
            <p:ph idx="3" type="subTitle"/>
          </p:nvPr>
        </p:nvSpPr>
        <p:spPr>
          <a:xfrm>
            <a:off x="6028553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1" name="Google Shape;71;p18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2" name="Google Shape;72;p18"/>
          <p:cNvSpPr txBox="1"/>
          <p:nvPr>
            <p:ph idx="5" type="title"/>
          </p:nvPr>
        </p:nvSpPr>
        <p:spPr>
          <a:xfrm>
            <a:off x="1048447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3" name="Google Shape;73;p18"/>
          <p:cNvSpPr txBox="1"/>
          <p:nvPr>
            <p:ph idx="6" type="subTitle"/>
          </p:nvPr>
        </p:nvSpPr>
        <p:spPr>
          <a:xfrm>
            <a:off x="1048447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ext">
  <p:cSld name="TITLE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9"/>
          <p:cNvSpPr txBox="1"/>
          <p:nvPr>
            <p:ph type="ctrTitle"/>
          </p:nvPr>
        </p:nvSpPr>
        <p:spPr>
          <a:xfrm>
            <a:off x="1273500" y="1369000"/>
            <a:ext cx="6597000" cy="210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500"/>
              <a:buNone/>
              <a:defRPr b="1"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6" name="Google Shape;76;p19"/>
          <p:cNvSpPr txBox="1"/>
          <p:nvPr>
            <p:ph idx="1" type="subTitle"/>
          </p:nvPr>
        </p:nvSpPr>
        <p:spPr>
          <a:xfrm>
            <a:off x="2481900" y="2519525"/>
            <a:ext cx="418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CAPTION_ONL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20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CAPTION_ONLY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21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2">
  <p:cSld name="CAPTION_ONLY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2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3">
  <p:cSld name="CAPTION_ONLY_1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3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Lists">
  <p:cSld name="SECTION_TITLE_AND_DESCRIPTION_1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24"/>
          <p:cNvSpPr txBox="1"/>
          <p:nvPr>
            <p:ph type="title"/>
          </p:nvPr>
        </p:nvSpPr>
        <p:spPr>
          <a:xfrm>
            <a:off x="938500" y="445025"/>
            <a:ext cx="4964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7" name="Google Shape;87;p24"/>
          <p:cNvSpPr txBox="1"/>
          <p:nvPr>
            <p:ph idx="1" type="body"/>
          </p:nvPr>
        </p:nvSpPr>
        <p:spPr>
          <a:xfrm>
            <a:off x="1067241" y="2651775"/>
            <a:ext cx="3258900" cy="17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8" name="Google Shape;88;p24"/>
          <p:cNvSpPr txBox="1"/>
          <p:nvPr>
            <p:ph idx="2" type="body"/>
          </p:nvPr>
        </p:nvSpPr>
        <p:spPr>
          <a:xfrm>
            <a:off x="4673852" y="2651775"/>
            <a:ext cx="3258900" cy="17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9" name="Google Shape;89;p24"/>
          <p:cNvSpPr txBox="1"/>
          <p:nvPr>
            <p:ph idx="3" type="title"/>
          </p:nvPr>
        </p:nvSpPr>
        <p:spPr>
          <a:xfrm>
            <a:off x="1213499" y="1955125"/>
            <a:ext cx="32589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0" name="Google Shape;90;p24"/>
          <p:cNvSpPr txBox="1"/>
          <p:nvPr>
            <p:ph idx="4" type="title"/>
          </p:nvPr>
        </p:nvSpPr>
        <p:spPr>
          <a:xfrm>
            <a:off x="4820099" y="1955125"/>
            <a:ext cx="32589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">
  <p:cSld name="TITLE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5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3" name="Google Shape;93;p25"/>
          <p:cNvSpPr txBox="1"/>
          <p:nvPr>
            <p:ph idx="2" type="title"/>
          </p:nvPr>
        </p:nvSpPr>
        <p:spPr>
          <a:xfrm>
            <a:off x="898386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4" name="Google Shape;94;p25"/>
          <p:cNvSpPr txBox="1"/>
          <p:nvPr>
            <p:ph idx="1" type="subTitle"/>
          </p:nvPr>
        </p:nvSpPr>
        <p:spPr>
          <a:xfrm>
            <a:off x="898389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5" name="Google Shape;95;p25"/>
          <p:cNvSpPr txBox="1"/>
          <p:nvPr>
            <p:ph idx="3" type="title"/>
          </p:nvPr>
        </p:nvSpPr>
        <p:spPr>
          <a:xfrm>
            <a:off x="2790261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6" name="Google Shape;96;p25"/>
          <p:cNvSpPr txBox="1"/>
          <p:nvPr>
            <p:ph idx="4" type="subTitle"/>
          </p:nvPr>
        </p:nvSpPr>
        <p:spPr>
          <a:xfrm>
            <a:off x="2790264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7" name="Google Shape;97;p25"/>
          <p:cNvSpPr txBox="1"/>
          <p:nvPr>
            <p:ph idx="5" type="title"/>
          </p:nvPr>
        </p:nvSpPr>
        <p:spPr>
          <a:xfrm>
            <a:off x="4682136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8" name="Google Shape;98;p25"/>
          <p:cNvSpPr txBox="1"/>
          <p:nvPr>
            <p:ph idx="6" type="subTitle"/>
          </p:nvPr>
        </p:nvSpPr>
        <p:spPr>
          <a:xfrm>
            <a:off x="4682139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9" name="Google Shape;99;p25"/>
          <p:cNvSpPr txBox="1"/>
          <p:nvPr>
            <p:ph idx="7" type="title"/>
          </p:nvPr>
        </p:nvSpPr>
        <p:spPr>
          <a:xfrm>
            <a:off x="6574011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0" name="Google Shape;100;p25"/>
          <p:cNvSpPr txBox="1"/>
          <p:nvPr>
            <p:ph idx="8" type="subTitle"/>
          </p:nvPr>
        </p:nvSpPr>
        <p:spPr>
          <a:xfrm>
            <a:off x="6574014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Numbers">
  <p:cSld name="CAPTION_ONLY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26"/>
          <p:cNvSpPr txBox="1"/>
          <p:nvPr>
            <p:ph hasCustomPrompt="1" type="title"/>
          </p:nvPr>
        </p:nvSpPr>
        <p:spPr>
          <a:xfrm>
            <a:off x="4996800" y="66184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26"/>
          <p:cNvSpPr txBox="1"/>
          <p:nvPr>
            <p:ph idx="1" type="subTitle"/>
          </p:nvPr>
        </p:nvSpPr>
        <p:spPr>
          <a:xfrm>
            <a:off x="4911000" y="126585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04" name="Google Shape;104;p26"/>
          <p:cNvSpPr txBox="1"/>
          <p:nvPr>
            <p:ph hasCustomPrompt="1" idx="2" type="title"/>
          </p:nvPr>
        </p:nvSpPr>
        <p:spPr>
          <a:xfrm>
            <a:off x="4996800" y="209919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5" name="Google Shape;105;p26"/>
          <p:cNvSpPr txBox="1"/>
          <p:nvPr>
            <p:ph idx="3" type="subTitle"/>
          </p:nvPr>
        </p:nvSpPr>
        <p:spPr>
          <a:xfrm>
            <a:off x="4911000" y="270320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06" name="Google Shape;106;p26"/>
          <p:cNvSpPr txBox="1"/>
          <p:nvPr>
            <p:ph hasCustomPrompt="1" idx="4" type="title"/>
          </p:nvPr>
        </p:nvSpPr>
        <p:spPr>
          <a:xfrm>
            <a:off x="4996800" y="353654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7" name="Google Shape;107;p26"/>
          <p:cNvSpPr txBox="1"/>
          <p:nvPr>
            <p:ph idx="5" type="subTitle"/>
          </p:nvPr>
        </p:nvSpPr>
        <p:spPr>
          <a:xfrm>
            <a:off x="4911000" y="414055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  ">
  <p:cSld name="SECTION_TITLE_AND_DESCRIPTION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27"/>
          <p:cNvSpPr txBox="1"/>
          <p:nvPr>
            <p:ph type="title"/>
          </p:nvPr>
        </p:nvSpPr>
        <p:spPr>
          <a:xfrm>
            <a:off x="3538497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0" name="Google Shape;110;p27"/>
          <p:cNvSpPr txBox="1"/>
          <p:nvPr>
            <p:ph idx="1" type="subTitle"/>
          </p:nvPr>
        </p:nvSpPr>
        <p:spPr>
          <a:xfrm>
            <a:off x="3538498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1" name="Google Shape;111;p27"/>
          <p:cNvSpPr txBox="1"/>
          <p:nvPr>
            <p:ph idx="2" type="title"/>
          </p:nvPr>
        </p:nvSpPr>
        <p:spPr>
          <a:xfrm>
            <a:off x="6028553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2" name="Google Shape;112;p27"/>
          <p:cNvSpPr txBox="1"/>
          <p:nvPr>
            <p:ph idx="3" type="subTitle"/>
          </p:nvPr>
        </p:nvSpPr>
        <p:spPr>
          <a:xfrm>
            <a:off x="6028552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3" name="Google Shape;113;p27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4" name="Google Shape;114;p27"/>
          <p:cNvSpPr txBox="1"/>
          <p:nvPr>
            <p:ph idx="5" type="title"/>
          </p:nvPr>
        </p:nvSpPr>
        <p:spPr>
          <a:xfrm>
            <a:off x="1048447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5" name="Google Shape;115;p27"/>
          <p:cNvSpPr txBox="1"/>
          <p:nvPr>
            <p:ph idx="6" type="subTitle"/>
          </p:nvPr>
        </p:nvSpPr>
        <p:spPr>
          <a:xfrm>
            <a:off x="1048450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6" name="Google Shape;116;p27"/>
          <p:cNvSpPr txBox="1"/>
          <p:nvPr>
            <p:ph idx="7" type="title"/>
          </p:nvPr>
        </p:nvSpPr>
        <p:spPr>
          <a:xfrm>
            <a:off x="3538497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7" name="Google Shape;117;p27"/>
          <p:cNvSpPr txBox="1"/>
          <p:nvPr>
            <p:ph idx="8" type="subTitle"/>
          </p:nvPr>
        </p:nvSpPr>
        <p:spPr>
          <a:xfrm>
            <a:off x="3538498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8" name="Google Shape;118;p27"/>
          <p:cNvSpPr txBox="1"/>
          <p:nvPr>
            <p:ph idx="9" type="title"/>
          </p:nvPr>
        </p:nvSpPr>
        <p:spPr>
          <a:xfrm>
            <a:off x="6028553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9" name="Google Shape;119;p27"/>
          <p:cNvSpPr txBox="1"/>
          <p:nvPr>
            <p:ph idx="13" type="subTitle"/>
          </p:nvPr>
        </p:nvSpPr>
        <p:spPr>
          <a:xfrm>
            <a:off x="6028552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0" name="Google Shape;120;p27"/>
          <p:cNvSpPr txBox="1"/>
          <p:nvPr>
            <p:ph idx="14" type="title"/>
          </p:nvPr>
        </p:nvSpPr>
        <p:spPr>
          <a:xfrm>
            <a:off x="1048447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1" name="Google Shape;121;p27"/>
          <p:cNvSpPr txBox="1"/>
          <p:nvPr>
            <p:ph idx="15" type="subTitle"/>
          </p:nvPr>
        </p:nvSpPr>
        <p:spPr>
          <a:xfrm>
            <a:off x="1048450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1">
  <p:cSld name="TITLE_1_1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28"/>
          <p:cNvSpPr txBox="1"/>
          <p:nvPr>
            <p:ph type="title"/>
          </p:nvPr>
        </p:nvSpPr>
        <p:spPr>
          <a:xfrm>
            <a:off x="938500" y="445025"/>
            <a:ext cx="50436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4" name="Google Shape;124;p28"/>
          <p:cNvSpPr txBox="1"/>
          <p:nvPr>
            <p:ph idx="2" type="title"/>
          </p:nvPr>
        </p:nvSpPr>
        <p:spPr>
          <a:xfrm>
            <a:off x="1338238" y="2359825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5" name="Google Shape;125;p28"/>
          <p:cNvSpPr txBox="1"/>
          <p:nvPr>
            <p:ph idx="1" type="subTitle"/>
          </p:nvPr>
        </p:nvSpPr>
        <p:spPr>
          <a:xfrm>
            <a:off x="1338238" y="1713051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" name="Google Shape;126;p28"/>
          <p:cNvSpPr txBox="1"/>
          <p:nvPr>
            <p:ph idx="3" type="title"/>
          </p:nvPr>
        </p:nvSpPr>
        <p:spPr>
          <a:xfrm>
            <a:off x="1338238" y="3988950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7" name="Google Shape;127;p28"/>
          <p:cNvSpPr txBox="1"/>
          <p:nvPr>
            <p:ph idx="4" type="subTitle"/>
          </p:nvPr>
        </p:nvSpPr>
        <p:spPr>
          <a:xfrm>
            <a:off x="1338238" y="3342176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" name="Google Shape;128;p28"/>
          <p:cNvSpPr txBox="1"/>
          <p:nvPr>
            <p:ph idx="5" type="title"/>
          </p:nvPr>
        </p:nvSpPr>
        <p:spPr>
          <a:xfrm>
            <a:off x="5078163" y="2359825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9" name="Google Shape;129;p28"/>
          <p:cNvSpPr txBox="1"/>
          <p:nvPr>
            <p:ph idx="6" type="subTitle"/>
          </p:nvPr>
        </p:nvSpPr>
        <p:spPr>
          <a:xfrm>
            <a:off x="5078163" y="1713051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0" name="Google Shape;130;p28"/>
          <p:cNvSpPr txBox="1"/>
          <p:nvPr>
            <p:ph idx="7" type="title"/>
          </p:nvPr>
        </p:nvSpPr>
        <p:spPr>
          <a:xfrm>
            <a:off x="5078163" y="3988950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1" name="Google Shape;131;p28"/>
          <p:cNvSpPr txBox="1"/>
          <p:nvPr>
            <p:ph idx="8" type="subTitle"/>
          </p:nvPr>
        </p:nvSpPr>
        <p:spPr>
          <a:xfrm>
            <a:off x="5078163" y="3342176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SECTION_TITLE_AND_DESCRIPTION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29"/>
          <p:cNvSpPr txBox="1"/>
          <p:nvPr>
            <p:ph idx="1" type="subTitle"/>
          </p:nvPr>
        </p:nvSpPr>
        <p:spPr>
          <a:xfrm>
            <a:off x="581705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4" name="Google Shape;134;p29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1">
  <p:cSld name="TITLE_ONL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30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7" name="Google Shape;137;p30"/>
          <p:cNvSpPr txBox="1"/>
          <p:nvPr>
            <p:ph idx="1" type="subTitle"/>
          </p:nvPr>
        </p:nvSpPr>
        <p:spPr>
          <a:xfrm>
            <a:off x="93850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2">
  <p:cSld name="CAPTION_ONLY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31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0" name="Google Shape;140;p31"/>
          <p:cNvSpPr txBox="1"/>
          <p:nvPr>
            <p:ph idx="1" type="subTitle"/>
          </p:nvPr>
        </p:nvSpPr>
        <p:spPr>
          <a:xfrm>
            <a:off x="581705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">
  <p:cSld name="SECTION_HEADER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32"/>
          <p:cNvSpPr txBox="1"/>
          <p:nvPr>
            <p:ph type="title"/>
          </p:nvPr>
        </p:nvSpPr>
        <p:spPr>
          <a:xfrm>
            <a:off x="2062800" y="2442050"/>
            <a:ext cx="50184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3" name="Google Shape;143;p32"/>
          <p:cNvSpPr txBox="1"/>
          <p:nvPr>
            <p:ph idx="1" type="subTitle"/>
          </p:nvPr>
        </p:nvSpPr>
        <p:spPr>
          <a:xfrm>
            <a:off x="2896500" y="3391325"/>
            <a:ext cx="3351000" cy="11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SECTION_HEADER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4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p33"/>
          <p:cNvSpPr txBox="1"/>
          <p:nvPr>
            <p:ph type="title"/>
          </p:nvPr>
        </p:nvSpPr>
        <p:spPr>
          <a:xfrm>
            <a:off x="924870" y="760375"/>
            <a:ext cx="3068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6" name="Google Shape;146;p33"/>
          <p:cNvSpPr txBox="1"/>
          <p:nvPr>
            <p:ph idx="1" type="subTitle"/>
          </p:nvPr>
        </p:nvSpPr>
        <p:spPr>
          <a:xfrm>
            <a:off x="924875" y="1684275"/>
            <a:ext cx="3305400" cy="109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7" name="Google Shape;147;p33"/>
          <p:cNvSpPr txBox="1"/>
          <p:nvPr/>
        </p:nvSpPr>
        <p:spPr>
          <a:xfrm>
            <a:off x="924875" y="3570000"/>
            <a:ext cx="3305400" cy="66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CREDITS: This presentation template was created by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accen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, including icons by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accen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, and infographics &amp; images by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accen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. </a:t>
            </a:r>
            <a:endParaRPr sz="1000">
              <a:solidFill>
                <a:schemeClr val="accen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1">
  <p:cSld name="SECTION_TITLE_AND_DESCRIPTION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34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0" name="Google Shape;150;p34"/>
          <p:cNvSpPr txBox="1"/>
          <p:nvPr>
            <p:ph idx="1" type="body"/>
          </p:nvPr>
        </p:nvSpPr>
        <p:spPr>
          <a:xfrm>
            <a:off x="938500" y="1659275"/>
            <a:ext cx="49464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list">
  <p:cSld name="TITLE_AND_TWO_COLUMNS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35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3" name="Google Shape;153;p35"/>
          <p:cNvSpPr txBox="1"/>
          <p:nvPr>
            <p:ph idx="1" type="body"/>
          </p:nvPr>
        </p:nvSpPr>
        <p:spPr>
          <a:xfrm>
            <a:off x="5037525" y="1659275"/>
            <a:ext cx="31869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35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34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ontserrat ExtraBold"/>
              <a:buNone/>
              <a:defRPr sz="28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Montserrat"/>
              <a:buChar char="●"/>
              <a:defRPr sz="1800"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○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■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●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○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■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●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○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Montserrat"/>
              <a:buChar char="■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3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6" name="Google Shape;156;p3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4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2.xml"/><Relationship Id="rId7" Type="http://schemas.openxmlformats.org/officeDocument/2006/relationships/slide" Target="/ppt/slides/slide31.xml"/><Relationship Id="rId8" Type="http://schemas.openxmlformats.org/officeDocument/2006/relationships/slide" Target="/ppt/slides/slide33.xml"/><Relationship Id="rId11" Type="http://schemas.openxmlformats.org/officeDocument/2006/relationships/slide" Target="/ppt/slides/slide36.xml"/><Relationship Id="rId10" Type="http://schemas.openxmlformats.org/officeDocument/2006/relationships/slide" Target="/ppt/slides/slide35.xml"/><Relationship Id="rId12" Type="http://schemas.openxmlformats.org/officeDocument/2006/relationships/slide" Target="/ppt/slides/slide4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22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2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34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hx5gh0Hff0O5fDTp9xrQKfEQOFIRj9Xw4HpzoTh9n8A/copy" TargetMode="External"/><Relationship Id="rId4" Type="http://schemas.openxmlformats.org/officeDocument/2006/relationships/image" Target="../media/image21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docs.google.com/spreadsheets/d/1hx5gh0Hff0O5fDTp9xrQKfEQOFIRj9Xw4HpzoTh9n8A/copy" TargetMode="External"/><Relationship Id="rId4" Type="http://schemas.openxmlformats.org/officeDocument/2006/relationships/image" Target="../media/image27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3.jpg"/><Relationship Id="rId4" Type="http://schemas.openxmlformats.org/officeDocument/2006/relationships/image" Target="../media/image35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9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6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www.freepik.com/free-photo/low-angle-man-with-virtual-reality-simulator_7136709.htm" TargetMode="External"/><Relationship Id="rId4" Type="http://schemas.openxmlformats.org/officeDocument/2006/relationships/hyperlink" Target="https://www.freepik.com/free-photo/low-angle-man-with-virtual-reality-simulator_7136709.htm/?utm_source=slidesgo_template&amp;utm_medium=referral-link&amp;utm_campaign=sg_resources&amp;utm_content=freepik" TargetMode="External"/><Relationship Id="rId9" Type="http://schemas.openxmlformats.org/officeDocument/2006/relationships/image" Target="../media/image40.png"/><Relationship Id="rId5" Type="http://schemas.openxmlformats.org/officeDocument/2006/relationships/hyperlink" Target="https://www.freepik.com/free-photo/young-man-working-ethernet-switch-medium-shot_5819341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motherboard-with-optical-fiber-cables_5265876.htm" TargetMode="External"/><Relationship Id="rId7" Type="http://schemas.openxmlformats.org/officeDocument/2006/relationships/hyperlink" Target="https://www.freepik.com/free-photo/motherboard-with-optical-fiber-cables_5265876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high-speed-optical-fiber-with-blue-light_5265885.htm/?utm_source=slidesgo_template&amp;utm_medium=referral-link&amp;utm_campaign=sg_resources&amp;utm_content=freepik" TargetMode="External"/><Relationship Id="rId11" Type="http://schemas.openxmlformats.org/officeDocument/2006/relationships/image" Target="../media/image31.png"/><Relationship Id="rId10" Type="http://schemas.openxmlformats.org/officeDocument/2006/relationships/image" Target="../media/image7.png"/><Relationship Id="rId12" Type="http://schemas.openxmlformats.org/officeDocument/2006/relationships/image" Target="../media/image28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reepik.com/free-vector/particles-background-gradient_5891802.htm" TargetMode="External"/><Relationship Id="rId4" Type="http://schemas.openxmlformats.org/officeDocument/2006/relationships/hyperlink" Target="https://www.freepik.com/free-vector/particles-background-gradient_5891802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kyscrapers-with-sunlight_4821877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vivid-girl-vr-headset-having-fun_1925571.htm/?utm_source=slidesgo_template&amp;utm_medium=referral-link&amp;utm_campaign=sg_resources&amp;utm_content=freepik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1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fonts.google.com/specimen/Montserrat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9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30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38"/>
          <p:cNvSpPr txBox="1"/>
          <p:nvPr>
            <p:ph type="ctrTitle"/>
          </p:nvPr>
        </p:nvSpPr>
        <p:spPr>
          <a:xfrm>
            <a:off x="2175900" y="1950100"/>
            <a:ext cx="4792200" cy="644700"/>
          </a:xfrm>
          <a:prstGeom prst="rect">
            <a:avLst/>
          </a:prstGeom>
          <a:effectLst>
            <a:outerShdw blurRad="142875" rotWithShape="0" algn="bl" dir="8760000" dist="19050">
              <a:srgbClr val="76A5AF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FUTURISTIC</a:t>
            </a:r>
            <a:endParaRPr/>
          </a:p>
        </p:txBody>
      </p:sp>
      <p:sp>
        <p:nvSpPr>
          <p:cNvPr id="163" name="Google Shape;163;p38"/>
          <p:cNvSpPr txBox="1"/>
          <p:nvPr>
            <p:ph idx="1" type="subTitle"/>
          </p:nvPr>
        </p:nvSpPr>
        <p:spPr>
          <a:xfrm>
            <a:off x="2044200" y="3704650"/>
            <a:ext cx="50556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starts your presentation</a:t>
            </a:r>
            <a:endParaRPr/>
          </a:p>
        </p:txBody>
      </p:sp>
      <p:sp>
        <p:nvSpPr>
          <p:cNvPr id="164" name="Google Shape;164;p38"/>
          <p:cNvSpPr txBox="1"/>
          <p:nvPr>
            <p:ph type="ctrTitle"/>
          </p:nvPr>
        </p:nvSpPr>
        <p:spPr>
          <a:xfrm>
            <a:off x="2941650" y="2624375"/>
            <a:ext cx="3260700" cy="464700"/>
          </a:xfrm>
          <a:prstGeom prst="rect">
            <a:avLst/>
          </a:prstGeom>
          <a:effectLst>
            <a:outerShdw blurRad="100013" rotWithShape="0" algn="bl" dir="8460000" dist="19050">
              <a:srgbClr val="76A5AF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200">
                <a:latin typeface="Montserrat ExtraLight"/>
                <a:ea typeface="Montserrat ExtraLight"/>
                <a:cs typeface="Montserrat ExtraLight"/>
                <a:sym typeface="Montserrat ExtraLight"/>
              </a:rPr>
              <a:t>B A C K G R O U N D</a:t>
            </a:r>
            <a:endParaRPr b="0" sz="2200"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cxnSp>
        <p:nvCxnSpPr>
          <p:cNvPr id="165" name="Google Shape;165;p38"/>
          <p:cNvCxnSpPr/>
          <p:nvPr/>
        </p:nvCxnSpPr>
        <p:spPr>
          <a:xfrm>
            <a:off x="3190500" y="256517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39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71" name="Google Shape;171;p39"/>
          <p:cNvSpPr txBox="1"/>
          <p:nvPr>
            <p:ph idx="1" type="body"/>
          </p:nvPr>
        </p:nvSpPr>
        <p:spPr>
          <a:xfrm>
            <a:off x="938500" y="1246025"/>
            <a:ext cx="7172100" cy="30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There’s what you’ll find in this </a:t>
            </a:r>
            <a:r>
              <a:rPr b="1" lang="en">
                <a:uFill>
                  <a:noFill/>
                </a:uFill>
                <a:hlinkClick r:id="rId3"/>
              </a:rPr>
              <a:t>Slidesgo</a:t>
            </a:r>
            <a:r>
              <a:rPr lang="en"/>
              <a:t> template: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A slide structure based on a multi-purpose presentation,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hlinkClick r:id="rId4"/>
              </a:rPr>
              <a:t>Slidesgo School</a:t>
            </a:r>
            <a:r>
              <a:rPr lang="en"/>
              <a:t> or read our </a:t>
            </a:r>
            <a:r>
              <a:rPr b="1" lang="en">
                <a:uFill>
                  <a:noFill/>
                </a:uFill>
                <a:hlinkClick r:id="rId5"/>
              </a:rPr>
              <a:t>FAQs</a:t>
            </a:r>
            <a:r>
              <a:rPr lang="en"/>
              <a:t>.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An assortment of illustrations and pictures that are suitable for use in the presentation can be found in the </a:t>
            </a:r>
            <a:r>
              <a:rPr b="1" lang="en"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/>
              <a:t>.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/>
              <a:t>, which you must keep so that proper credits for our design are given.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/>
              <a:t>, where you’ll find links to all the elements used in the template.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b="1" lang="en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/>
              <a:t>. 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Final slides with: </a:t>
            </a:r>
            <a:endParaRPr/>
          </a:p>
          <a:p>
            <a:pPr indent="-301625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50"/>
              <a:buChar char="●"/>
            </a:pPr>
            <a:r>
              <a:rPr lang="en"/>
              <a:t>The</a:t>
            </a:r>
            <a:r>
              <a:rPr b="1" lang="en">
                <a:uFill>
                  <a:noFill/>
                </a:uFill>
                <a:hlinkClick action="ppaction://hlinksldjump" r:id="rId10"/>
              </a:rPr>
              <a:t> fonts and colors used</a:t>
            </a:r>
            <a:r>
              <a:rPr lang="en"/>
              <a:t> in the template.</a:t>
            </a:r>
            <a:endParaRPr/>
          </a:p>
          <a:p>
            <a:pPr indent="-301625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50"/>
              <a:buChar char="●"/>
            </a:pPr>
            <a:r>
              <a:rPr lang="en"/>
              <a:t>More</a:t>
            </a:r>
            <a:r>
              <a:rPr b="1" lang="en">
                <a:uFill>
                  <a:noFill/>
                </a:uFill>
                <a:hlinkClick action="ppaction://hlinksldjump" r:id="rId11"/>
              </a:rPr>
              <a:t> infographic resources</a:t>
            </a:r>
            <a:r>
              <a:rPr lang="en"/>
              <a:t>, whose size and color can be edited. </a:t>
            </a:r>
            <a:endParaRPr/>
          </a:p>
          <a:p>
            <a:pPr indent="-301625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50"/>
              <a:buChar char="●"/>
            </a:pPr>
            <a:r>
              <a:rPr b="1" lang="en">
                <a:uFill>
                  <a:noFill/>
                </a:uFill>
                <a:hlinkClick action="ppaction://hlinksldjump" r:id="rId12"/>
              </a:rPr>
              <a:t>Sets of customizable icons </a:t>
            </a:r>
            <a:r>
              <a:rPr lang="en"/>
              <a:t>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cxnSp>
        <p:nvCxnSpPr>
          <p:cNvPr id="172" name="Google Shape;172;p39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173" name="Google Shape;173;p39"/>
          <p:cNvSpPr txBox="1"/>
          <p:nvPr/>
        </p:nvSpPr>
        <p:spPr>
          <a:xfrm>
            <a:off x="938500" y="4221950"/>
            <a:ext cx="68202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50">
                <a:solidFill>
                  <a:schemeClr val="accent2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You can delete this slide when you’re done editing the presentation.</a:t>
            </a:r>
            <a:endParaRPr sz="1150">
              <a:solidFill>
                <a:schemeClr val="accent2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40"/>
          <p:cNvSpPr txBox="1"/>
          <p:nvPr>
            <p:ph idx="6" type="title"/>
          </p:nvPr>
        </p:nvSpPr>
        <p:spPr>
          <a:xfrm>
            <a:off x="104845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79" name="Google Shape;179;p40"/>
          <p:cNvSpPr txBox="1"/>
          <p:nvPr>
            <p:ph type="title"/>
          </p:nvPr>
        </p:nvSpPr>
        <p:spPr>
          <a:xfrm>
            <a:off x="3538497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TARGET</a:t>
            </a:r>
            <a:endParaRPr/>
          </a:p>
        </p:txBody>
      </p:sp>
      <p:sp>
        <p:nvSpPr>
          <p:cNvPr id="180" name="Google Shape;180;p40"/>
          <p:cNvSpPr txBox="1"/>
          <p:nvPr>
            <p:ph idx="1" type="subTitle"/>
          </p:nvPr>
        </p:nvSpPr>
        <p:spPr>
          <a:xfrm>
            <a:off x="3538497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describe the topic of the section</a:t>
            </a:r>
            <a:endParaRPr/>
          </a:p>
        </p:txBody>
      </p:sp>
      <p:sp>
        <p:nvSpPr>
          <p:cNvPr id="181" name="Google Shape;181;p40"/>
          <p:cNvSpPr txBox="1"/>
          <p:nvPr>
            <p:ph idx="2" type="title"/>
          </p:nvPr>
        </p:nvSpPr>
        <p:spPr>
          <a:xfrm>
            <a:off x="6028553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SERVICES</a:t>
            </a:r>
            <a:endParaRPr/>
          </a:p>
        </p:txBody>
      </p:sp>
      <p:sp>
        <p:nvSpPr>
          <p:cNvPr id="182" name="Google Shape;182;p40"/>
          <p:cNvSpPr txBox="1"/>
          <p:nvPr>
            <p:ph idx="3" type="subTitle"/>
          </p:nvPr>
        </p:nvSpPr>
        <p:spPr>
          <a:xfrm>
            <a:off x="6028553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describe the topic of the section</a:t>
            </a:r>
            <a:endParaRPr/>
          </a:p>
        </p:txBody>
      </p:sp>
      <p:sp>
        <p:nvSpPr>
          <p:cNvPr id="183" name="Google Shape;183;p40"/>
          <p:cNvSpPr txBox="1"/>
          <p:nvPr>
            <p:ph idx="4" type="title"/>
          </p:nvPr>
        </p:nvSpPr>
        <p:spPr>
          <a:xfrm>
            <a:off x="1048447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184" name="Google Shape;184;p40"/>
          <p:cNvSpPr txBox="1"/>
          <p:nvPr>
            <p:ph idx="5" type="subTitle"/>
          </p:nvPr>
        </p:nvSpPr>
        <p:spPr>
          <a:xfrm>
            <a:off x="1048447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describe the topic of the section</a:t>
            </a:r>
            <a:endParaRPr/>
          </a:p>
        </p:txBody>
      </p:sp>
      <p:sp>
        <p:nvSpPr>
          <p:cNvPr id="185" name="Google Shape;185;p40"/>
          <p:cNvSpPr txBox="1"/>
          <p:nvPr>
            <p:ph idx="7" type="title"/>
          </p:nvPr>
        </p:nvSpPr>
        <p:spPr>
          <a:xfrm>
            <a:off x="353850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6" name="Google Shape;186;p40"/>
          <p:cNvSpPr txBox="1"/>
          <p:nvPr>
            <p:ph idx="8" type="title"/>
          </p:nvPr>
        </p:nvSpPr>
        <p:spPr>
          <a:xfrm>
            <a:off x="602855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cxnSp>
        <p:nvCxnSpPr>
          <p:cNvPr id="187" name="Google Shape;187;p40"/>
          <p:cNvCxnSpPr/>
          <p:nvPr/>
        </p:nvCxnSpPr>
        <p:spPr>
          <a:xfrm>
            <a:off x="1883350" y="2546160"/>
            <a:ext cx="397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188" name="Google Shape;188;p40"/>
          <p:cNvCxnSpPr/>
          <p:nvPr/>
        </p:nvCxnSpPr>
        <p:spPr>
          <a:xfrm>
            <a:off x="4373400" y="2546160"/>
            <a:ext cx="397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189" name="Google Shape;189;p40"/>
          <p:cNvCxnSpPr/>
          <p:nvPr/>
        </p:nvCxnSpPr>
        <p:spPr>
          <a:xfrm>
            <a:off x="6863450" y="2546160"/>
            <a:ext cx="397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41"/>
          <p:cNvSpPr txBox="1"/>
          <p:nvPr>
            <p:ph type="ctrTitle"/>
          </p:nvPr>
        </p:nvSpPr>
        <p:spPr>
          <a:xfrm>
            <a:off x="4285500" y="2832875"/>
            <a:ext cx="3657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WHOA!</a:t>
            </a:r>
            <a:endParaRPr/>
          </a:p>
        </p:txBody>
      </p:sp>
      <p:sp>
        <p:nvSpPr>
          <p:cNvPr id="195" name="Google Shape;195;p41"/>
          <p:cNvSpPr txBox="1"/>
          <p:nvPr>
            <p:ph idx="1" type="subTitle"/>
          </p:nvPr>
        </p:nvSpPr>
        <p:spPr>
          <a:xfrm>
            <a:off x="4144050" y="3549850"/>
            <a:ext cx="394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</a:t>
            </a:r>
            <a:r>
              <a:rPr lang="en"/>
              <a:t>could be the part of the presentation where you can introduce yourself, write your email...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42"/>
          <p:cNvSpPr txBox="1"/>
          <p:nvPr>
            <p:ph idx="1" type="subTitle"/>
          </p:nvPr>
        </p:nvSpPr>
        <p:spPr>
          <a:xfrm>
            <a:off x="2481900" y="3945600"/>
            <a:ext cx="418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201" name="Google Shape;201;p42"/>
          <p:cNvSpPr txBox="1"/>
          <p:nvPr>
            <p:ph type="ctrTitle"/>
          </p:nvPr>
        </p:nvSpPr>
        <p:spPr>
          <a:xfrm>
            <a:off x="1850525" y="1157925"/>
            <a:ext cx="5442900" cy="260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43"/>
          <p:cNvSpPr txBox="1"/>
          <p:nvPr>
            <p:ph type="title"/>
          </p:nvPr>
        </p:nvSpPr>
        <p:spPr>
          <a:xfrm>
            <a:off x="3762670" y="3177750"/>
            <a:ext cx="3068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207" name="Google Shape;207;p43"/>
          <p:cNvSpPr txBox="1"/>
          <p:nvPr>
            <p:ph idx="2" type="title"/>
          </p:nvPr>
        </p:nvSpPr>
        <p:spPr>
          <a:xfrm>
            <a:off x="1048270" y="3287500"/>
            <a:ext cx="2412900" cy="9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08" name="Google Shape;208;p43"/>
          <p:cNvSpPr txBox="1"/>
          <p:nvPr>
            <p:ph idx="1" type="subTitle"/>
          </p:nvPr>
        </p:nvSpPr>
        <p:spPr>
          <a:xfrm>
            <a:off x="3762670" y="3720650"/>
            <a:ext cx="30687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enter a subtitle here if you need it</a:t>
            </a:r>
            <a:endParaRPr/>
          </a:p>
        </p:txBody>
      </p:sp>
      <p:cxnSp>
        <p:nvCxnSpPr>
          <p:cNvPr id="209" name="Google Shape;209;p43"/>
          <p:cNvCxnSpPr/>
          <p:nvPr/>
        </p:nvCxnSpPr>
        <p:spPr>
          <a:xfrm>
            <a:off x="3610750" y="3253297"/>
            <a:ext cx="0" cy="9999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44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SLIDE TITLE GOES HERE</a:t>
            </a:r>
            <a:r>
              <a:rPr lang="en">
                <a:solidFill>
                  <a:schemeClr val="accent1"/>
                </a:solidFill>
              </a:rPr>
              <a:t>!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215" name="Google Shape;215;p44"/>
          <p:cNvSpPr txBox="1"/>
          <p:nvPr>
            <p:ph idx="1" type="body"/>
          </p:nvPr>
        </p:nvSpPr>
        <p:spPr>
          <a:xfrm>
            <a:off x="938500" y="1659275"/>
            <a:ext cx="49464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know what helps to make your point clear? Lists like this: one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They’re simple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  <p:cxnSp>
        <p:nvCxnSpPr>
          <p:cNvPr id="216" name="Google Shape;216;p44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45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MAYBE YOU NEED TO DIVIDE THE CONTENT</a:t>
            </a:r>
            <a:endParaRPr/>
          </a:p>
        </p:txBody>
      </p:sp>
      <p:cxnSp>
        <p:nvCxnSpPr>
          <p:cNvPr id="222" name="Google Shape;222;p45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23" name="Google Shape;223;p45"/>
          <p:cNvSpPr txBox="1"/>
          <p:nvPr>
            <p:ph type="title"/>
          </p:nvPr>
        </p:nvSpPr>
        <p:spPr>
          <a:xfrm>
            <a:off x="1937338" y="2463175"/>
            <a:ext cx="23901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24" name="Google Shape;224;p45"/>
          <p:cNvSpPr txBox="1"/>
          <p:nvPr>
            <p:ph idx="1" type="subTitle"/>
          </p:nvPr>
        </p:nvSpPr>
        <p:spPr>
          <a:xfrm>
            <a:off x="1937338" y="3148075"/>
            <a:ext cx="23901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smallest one </a:t>
            </a:r>
            <a:endParaRPr/>
          </a:p>
        </p:txBody>
      </p:sp>
      <p:sp>
        <p:nvSpPr>
          <p:cNvPr id="225" name="Google Shape;225;p45"/>
          <p:cNvSpPr txBox="1"/>
          <p:nvPr>
            <p:ph idx="2" type="title"/>
          </p:nvPr>
        </p:nvSpPr>
        <p:spPr>
          <a:xfrm>
            <a:off x="4816563" y="2463175"/>
            <a:ext cx="23901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26" name="Google Shape;226;p45"/>
          <p:cNvSpPr txBox="1"/>
          <p:nvPr>
            <p:ph idx="3" type="subTitle"/>
          </p:nvPr>
        </p:nvSpPr>
        <p:spPr>
          <a:xfrm>
            <a:off x="4816563" y="3148075"/>
            <a:ext cx="23901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cxnSp>
        <p:nvCxnSpPr>
          <p:cNvPr id="227" name="Google Shape;227;p45"/>
          <p:cNvCxnSpPr/>
          <p:nvPr/>
        </p:nvCxnSpPr>
        <p:spPr>
          <a:xfrm>
            <a:off x="2996488" y="30840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28" name="Google Shape;228;p45"/>
          <p:cNvCxnSpPr/>
          <p:nvPr/>
        </p:nvCxnSpPr>
        <p:spPr>
          <a:xfrm>
            <a:off x="5875713" y="30840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p46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USE THREE COLUMNS, WHY NOT?</a:t>
            </a:r>
            <a:endParaRPr/>
          </a:p>
        </p:txBody>
      </p:sp>
      <p:cxnSp>
        <p:nvCxnSpPr>
          <p:cNvPr id="234" name="Google Shape;234;p46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35" name="Google Shape;235;p46"/>
          <p:cNvSpPr txBox="1"/>
          <p:nvPr>
            <p:ph type="title"/>
          </p:nvPr>
        </p:nvSpPr>
        <p:spPr>
          <a:xfrm>
            <a:off x="3538497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36" name="Google Shape;236;p46"/>
          <p:cNvSpPr txBox="1"/>
          <p:nvPr>
            <p:ph idx="1" type="subTitle"/>
          </p:nvPr>
        </p:nvSpPr>
        <p:spPr>
          <a:xfrm>
            <a:off x="3538497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the biggest planet in the Solar System</a:t>
            </a:r>
            <a:endParaRPr/>
          </a:p>
        </p:txBody>
      </p:sp>
      <p:sp>
        <p:nvSpPr>
          <p:cNvPr id="237" name="Google Shape;237;p46"/>
          <p:cNvSpPr txBox="1"/>
          <p:nvPr>
            <p:ph idx="2" type="title"/>
          </p:nvPr>
        </p:nvSpPr>
        <p:spPr>
          <a:xfrm>
            <a:off x="6028553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38" name="Google Shape;238;p46"/>
          <p:cNvSpPr txBox="1"/>
          <p:nvPr>
            <p:ph idx="3" type="subTitle"/>
          </p:nvPr>
        </p:nvSpPr>
        <p:spPr>
          <a:xfrm>
            <a:off x="6028553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very poisonous atmosphere</a:t>
            </a:r>
            <a:endParaRPr/>
          </a:p>
        </p:txBody>
      </p:sp>
      <p:sp>
        <p:nvSpPr>
          <p:cNvPr id="239" name="Google Shape;239;p46"/>
          <p:cNvSpPr txBox="1"/>
          <p:nvPr>
            <p:ph idx="5" type="title"/>
          </p:nvPr>
        </p:nvSpPr>
        <p:spPr>
          <a:xfrm>
            <a:off x="1048447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40" name="Google Shape;240;p46"/>
          <p:cNvSpPr txBox="1"/>
          <p:nvPr>
            <p:ph idx="6" type="subTitle"/>
          </p:nvPr>
        </p:nvSpPr>
        <p:spPr>
          <a:xfrm>
            <a:off x="1048447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cxnSp>
        <p:nvCxnSpPr>
          <p:cNvPr id="241" name="Google Shape;241;p46"/>
          <p:cNvCxnSpPr/>
          <p:nvPr/>
        </p:nvCxnSpPr>
        <p:spPr>
          <a:xfrm>
            <a:off x="4436097" y="33888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42" name="Google Shape;242;p46"/>
          <p:cNvCxnSpPr/>
          <p:nvPr/>
        </p:nvCxnSpPr>
        <p:spPr>
          <a:xfrm>
            <a:off x="6926150" y="33888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43" name="Google Shape;243;p46"/>
          <p:cNvCxnSpPr/>
          <p:nvPr/>
        </p:nvCxnSpPr>
        <p:spPr>
          <a:xfrm>
            <a:off x="1946050" y="33888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44" name="Google Shape;244;p46"/>
          <p:cNvSpPr/>
          <p:nvPr/>
        </p:nvSpPr>
        <p:spPr>
          <a:xfrm>
            <a:off x="1739650" y="1887150"/>
            <a:ext cx="684600" cy="684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46"/>
          <p:cNvSpPr/>
          <p:nvPr/>
        </p:nvSpPr>
        <p:spPr>
          <a:xfrm>
            <a:off x="4229697" y="1887150"/>
            <a:ext cx="684600" cy="684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46"/>
          <p:cNvSpPr/>
          <p:nvPr/>
        </p:nvSpPr>
        <p:spPr>
          <a:xfrm>
            <a:off x="6719750" y="1887150"/>
            <a:ext cx="684600" cy="684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46"/>
          <p:cNvSpPr/>
          <p:nvPr/>
        </p:nvSpPr>
        <p:spPr>
          <a:xfrm>
            <a:off x="6850102" y="2024450"/>
            <a:ext cx="423884" cy="40998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8" name="Google Shape;248;p46"/>
          <p:cNvGrpSpPr/>
          <p:nvPr/>
        </p:nvGrpSpPr>
        <p:grpSpPr>
          <a:xfrm>
            <a:off x="4408944" y="2017503"/>
            <a:ext cx="326106" cy="423908"/>
            <a:chOff x="3990517" y="3354173"/>
            <a:chExt cx="279559" cy="363402"/>
          </a:xfrm>
        </p:grpSpPr>
        <p:sp>
          <p:nvSpPr>
            <p:cNvPr id="249" name="Google Shape;249;p46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46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46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" name="Google Shape;252;p46"/>
          <p:cNvGrpSpPr/>
          <p:nvPr/>
        </p:nvGrpSpPr>
        <p:grpSpPr>
          <a:xfrm>
            <a:off x="1860614" y="2015956"/>
            <a:ext cx="442673" cy="426992"/>
            <a:chOff x="1284212" y="1963766"/>
            <a:chExt cx="379489" cy="366046"/>
          </a:xfrm>
        </p:grpSpPr>
        <p:sp>
          <p:nvSpPr>
            <p:cNvPr id="253" name="Google Shape;253;p46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46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p47"/>
          <p:cNvSpPr txBox="1"/>
          <p:nvPr>
            <p:ph type="title"/>
          </p:nvPr>
        </p:nvSpPr>
        <p:spPr>
          <a:xfrm>
            <a:off x="929477" y="436183"/>
            <a:ext cx="2746500" cy="409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cxnSp>
        <p:nvCxnSpPr>
          <p:cNvPr id="260" name="Google Shape;260;p47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p48"/>
          <p:cNvSpPr txBox="1"/>
          <p:nvPr>
            <p:ph type="title"/>
          </p:nvPr>
        </p:nvSpPr>
        <p:spPr>
          <a:xfrm>
            <a:off x="5337175" y="1373325"/>
            <a:ext cx="2837400" cy="125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REINFORCES THE CONCEPT</a:t>
            </a:r>
            <a:endParaRPr/>
          </a:p>
        </p:txBody>
      </p:sp>
      <p:sp>
        <p:nvSpPr>
          <p:cNvPr id="266" name="Google Shape;266;p48"/>
          <p:cNvSpPr txBox="1"/>
          <p:nvPr>
            <p:ph idx="1" type="body"/>
          </p:nvPr>
        </p:nvSpPr>
        <p:spPr>
          <a:xfrm>
            <a:off x="5337175" y="2670075"/>
            <a:ext cx="2837400" cy="12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cxnSp>
        <p:nvCxnSpPr>
          <p:cNvPr id="267" name="Google Shape;267;p48"/>
          <p:cNvCxnSpPr/>
          <p:nvPr/>
        </p:nvCxnSpPr>
        <p:spPr>
          <a:xfrm>
            <a:off x="5225150" y="1540302"/>
            <a:ext cx="0" cy="21897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pic>
        <p:nvPicPr>
          <p:cNvPr id="268" name="Google Shape;268;p48"/>
          <p:cNvPicPr preferRelativeResize="0"/>
          <p:nvPr/>
        </p:nvPicPr>
        <p:blipFill rotWithShape="1">
          <a:blip r:embed="rId3">
            <a:alphaModFix/>
          </a:blip>
          <a:srcRect b="-2192" l="18080" r="23480" t="-2202"/>
          <a:stretch/>
        </p:blipFill>
        <p:spPr>
          <a:xfrm>
            <a:off x="-422250" y="-236700"/>
            <a:ext cx="4714800" cy="5616900"/>
          </a:xfrm>
          <a:prstGeom prst="flowChartDelay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49"/>
          <p:cNvSpPr txBox="1"/>
          <p:nvPr>
            <p:ph type="ctrTitle"/>
          </p:nvPr>
        </p:nvSpPr>
        <p:spPr>
          <a:xfrm>
            <a:off x="1273500" y="1369000"/>
            <a:ext cx="6597000" cy="9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sp>
        <p:nvSpPr>
          <p:cNvPr id="274" name="Google Shape;274;p49"/>
          <p:cNvSpPr txBox="1"/>
          <p:nvPr>
            <p:ph idx="1" type="subTitle"/>
          </p:nvPr>
        </p:nvSpPr>
        <p:spPr>
          <a:xfrm>
            <a:off x="2481900" y="2519525"/>
            <a:ext cx="418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Because key words are great for catching your audience’s attention</a:t>
            </a:r>
            <a:endParaRPr/>
          </a:p>
        </p:txBody>
      </p:sp>
      <p:cxnSp>
        <p:nvCxnSpPr>
          <p:cNvPr id="275" name="Google Shape;275;p49"/>
          <p:cNvCxnSpPr/>
          <p:nvPr/>
        </p:nvCxnSpPr>
        <p:spPr>
          <a:xfrm>
            <a:off x="3190500" y="235427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50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GRAPH!</a:t>
            </a:r>
            <a:endParaRPr/>
          </a:p>
        </p:txBody>
      </p:sp>
      <p:cxnSp>
        <p:nvCxnSpPr>
          <p:cNvPr id="281" name="Google Shape;281;p50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82" name="Google Shape;282;p50"/>
          <p:cNvSpPr txBox="1"/>
          <p:nvPr>
            <p:ph idx="4294967295" type="body"/>
          </p:nvPr>
        </p:nvSpPr>
        <p:spPr>
          <a:xfrm>
            <a:off x="2493750" y="4065250"/>
            <a:ext cx="4156500" cy="5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To modify this graph, click on it, follow the link, change the data and paste the new graph here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283" name="Google Shape;283;p50"/>
          <p:cNvSpPr txBox="1"/>
          <p:nvPr>
            <p:ph idx="4294967295" type="body"/>
          </p:nvPr>
        </p:nvSpPr>
        <p:spPr>
          <a:xfrm>
            <a:off x="4956866" y="1092075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1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284" name="Google Shape;284;p50"/>
          <p:cNvSpPr/>
          <p:nvPr/>
        </p:nvSpPr>
        <p:spPr>
          <a:xfrm>
            <a:off x="4788566" y="1200675"/>
            <a:ext cx="168300" cy="168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50"/>
          <p:cNvSpPr txBox="1"/>
          <p:nvPr>
            <p:ph idx="4294967295" type="body"/>
          </p:nvPr>
        </p:nvSpPr>
        <p:spPr>
          <a:xfrm>
            <a:off x="6095591" y="1092075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2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286" name="Google Shape;286;p50"/>
          <p:cNvSpPr/>
          <p:nvPr/>
        </p:nvSpPr>
        <p:spPr>
          <a:xfrm>
            <a:off x="5927291" y="1200675"/>
            <a:ext cx="168300" cy="168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7" name="Google Shape;287;p50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01000" y="1424600"/>
            <a:ext cx="4742001" cy="26024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p51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INFOGRAPHICS MAKE YOUR IDEA UNDERSTANDABLE...</a:t>
            </a:r>
            <a:endParaRPr/>
          </a:p>
        </p:txBody>
      </p:sp>
      <p:cxnSp>
        <p:nvCxnSpPr>
          <p:cNvPr id="293" name="Google Shape;293;p51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grpSp>
        <p:nvGrpSpPr>
          <p:cNvPr id="294" name="Google Shape;294;p51"/>
          <p:cNvGrpSpPr/>
          <p:nvPr/>
        </p:nvGrpSpPr>
        <p:grpSpPr>
          <a:xfrm>
            <a:off x="1840495" y="1785565"/>
            <a:ext cx="1579088" cy="1674729"/>
            <a:chOff x="1825800" y="1651625"/>
            <a:chExt cx="539989" cy="571775"/>
          </a:xfrm>
        </p:grpSpPr>
        <p:sp>
          <p:nvSpPr>
            <p:cNvPr id="295" name="Google Shape;295;p51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51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51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51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" name="Google Shape;299;p51"/>
          <p:cNvSpPr txBox="1"/>
          <p:nvPr>
            <p:ph idx="4294967295" type="body"/>
          </p:nvPr>
        </p:nvSpPr>
        <p:spPr>
          <a:xfrm>
            <a:off x="958396" y="1785554"/>
            <a:ext cx="729300" cy="42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15%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300" name="Google Shape;300;p51"/>
          <p:cNvSpPr txBox="1"/>
          <p:nvPr>
            <p:ph idx="4294967295" type="body"/>
          </p:nvPr>
        </p:nvSpPr>
        <p:spPr>
          <a:xfrm>
            <a:off x="958396" y="3035504"/>
            <a:ext cx="729300" cy="42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20</a:t>
            </a:r>
            <a:r>
              <a:rPr lang="en" sz="1600">
                <a:solidFill>
                  <a:schemeClr val="lt1"/>
                </a:solidFill>
              </a:rPr>
              <a:t>%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301" name="Google Shape;301;p51"/>
          <p:cNvSpPr txBox="1"/>
          <p:nvPr>
            <p:ph idx="4294967295" type="body"/>
          </p:nvPr>
        </p:nvSpPr>
        <p:spPr>
          <a:xfrm>
            <a:off x="3572396" y="1785554"/>
            <a:ext cx="729300" cy="42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40</a:t>
            </a:r>
            <a:r>
              <a:rPr lang="en" sz="1600">
                <a:solidFill>
                  <a:schemeClr val="lt1"/>
                </a:solidFill>
              </a:rPr>
              <a:t>%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302" name="Google Shape;302;p51"/>
          <p:cNvSpPr txBox="1"/>
          <p:nvPr>
            <p:ph idx="4294967295" type="body"/>
          </p:nvPr>
        </p:nvSpPr>
        <p:spPr>
          <a:xfrm>
            <a:off x="3572396" y="3035504"/>
            <a:ext cx="729300" cy="42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25%</a:t>
            </a:r>
            <a:endParaRPr sz="1600">
              <a:solidFill>
                <a:schemeClr val="lt1"/>
              </a:solidFill>
            </a:endParaRPr>
          </a:p>
        </p:txBody>
      </p:sp>
      <p:cxnSp>
        <p:nvCxnSpPr>
          <p:cNvPr id="303" name="Google Shape;303;p51"/>
          <p:cNvCxnSpPr>
            <a:stCxn id="299" idx="3"/>
          </p:cNvCxnSpPr>
          <p:nvPr/>
        </p:nvCxnSpPr>
        <p:spPr>
          <a:xfrm>
            <a:off x="1687696" y="1997954"/>
            <a:ext cx="646200" cy="389100"/>
          </a:xfrm>
          <a:prstGeom prst="bentConnector3">
            <a:avLst>
              <a:gd fmla="val 80222" name="adj1"/>
            </a:avLst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4" name="Google Shape;304;p51"/>
          <p:cNvCxnSpPr>
            <a:stCxn id="300" idx="3"/>
          </p:cNvCxnSpPr>
          <p:nvPr/>
        </p:nvCxnSpPr>
        <p:spPr>
          <a:xfrm>
            <a:off x="1687696" y="3247904"/>
            <a:ext cx="5439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5" name="Google Shape;305;p51"/>
          <p:cNvCxnSpPr>
            <a:stCxn id="301" idx="1"/>
          </p:cNvCxnSpPr>
          <p:nvPr/>
        </p:nvCxnSpPr>
        <p:spPr>
          <a:xfrm rot="10800000">
            <a:off x="2845796" y="1997954"/>
            <a:ext cx="7266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6" name="Google Shape;306;p51"/>
          <p:cNvCxnSpPr>
            <a:stCxn id="302" idx="1"/>
          </p:cNvCxnSpPr>
          <p:nvPr/>
        </p:nvCxnSpPr>
        <p:spPr>
          <a:xfrm rot="10800000">
            <a:off x="3012296" y="3247904"/>
            <a:ext cx="5601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7" name="Google Shape;307;p51"/>
          <p:cNvSpPr txBox="1"/>
          <p:nvPr>
            <p:ph idx="4294967295" type="body"/>
          </p:nvPr>
        </p:nvSpPr>
        <p:spPr>
          <a:xfrm>
            <a:off x="1690555" y="3766204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1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08" name="Google Shape;308;p51"/>
          <p:cNvSpPr/>
          <p:nvPr/>
        </p:nvSpPr>
        <p:spPr>
          <a:xfrm>
            <a:off x="1522255" y="3874804"/>
            <a:ext cx="168300" cy="168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51"/>
          <p:cNvSpPr txBox="1"/>
          <p:nvPr>
            <p:ph idx="4294967295" type="body"/>
          </p:nvPr>
        </p:nvSpPr>
        <p:spPr>
          <a:xfrm>
            <a:off x="2829280" y="3766204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2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10" name="Google Shape;310;p51"/>
          <p:cNvSpPr/>
          <p:nvPr/>
        </p:nvSpPr>
        <p:spPr>
          <a:xfrm>
            <a:off x="2660980" y="3874804"/>
            <a:ext cx="168300" cy="168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51"/>
          <p:cNvSpPr txBox="1"/>
          <p:nvPr>
            <p:ph idx="4294967295" type="body"/>
          </p:nvPr>
        </p:nvSpPr>
        <p:spPr>
          <a:xfrm>
            <a:off x="1690555" y="4113054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3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12" name="Google Shape;312;p51"/>
          <p:cNvSpPr/>
          <p:nvPr/>
        </p:nvSpPr>
        <p:spPr>
          <a:xfrm>
            <a:off x="1522255" y="4221654"/>
            <a:ext cx="168300" cy="1683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51"/>
          <p:cNvSpPr txBox="1"/>
          <p:nvPr>
            <p:ph idx="4294967295" type="body"/>
          </p:nvPr>
        </p:nvSpPr>
        <p:spPr>
          <a:xfrm>
            <a:off x="2829277" y="4113054"/>
            <a:ext cx="8739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4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14" name="Google Shape;314;p51"/>
          <p:cNvSpPr/>
          <p:nvPr/>
        </p:nvSpPr>
        <p:spPr>
          <a:xfrm>
            <a:off x="2660980" y="4221654"/>
            <a:ext cx="168300" cy="168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51"/>
          <p:cNvSpPr/>
          <p:nvPr/>
        </p:nvSpPr>
        <p:spPr>
          <a:xfrm>
            <a:off x="5190763" y="1824550"/>
            <a:ext cx="729300" cy="7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" name="Google Shape;316;p51"/>
          <p:cNvSpPr/>
          <p:nvPr/>
        </p:nvSpPr>
        <p:spPr>
          <a:xfrm>
            <a:off x="5190763" y="3645175"/>
            <a:ext cx="729300" cy="7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" name="Google Shape;317;p51"/>
          <p:cNvSpPr/>
          <p:nvPr/>
        </p:nvSpPr>
        <p:spPr>
          <a:xfrm>
            <a:off x="5190763" y="2734863"/>
            <a:ext cx="729300" cy="7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8" name="Google Shape;318;p51"/>
          <p:cNvGrpSpPr/>
          <p:nvPr/>
        </p:nvGrpSpPr>
        <p:grpSpPr>
          <a:xfrm>
            <a:off x="6186398" y="2104907"/>
            <a:ext cx="1948028" cy="168576"/>
            <a:chOff x="3465975" y="2270276"/>
            <a:chExt cx="1986364" cy="171929"/>
          </a:xfrm>
        </p:grpSpPr>
        <p:sp>
          <p:nvSpPr>
            <p:cNvPr id="319" name="Google Shape;319;p5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5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5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5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5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5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5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5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" name="Google Shape;327;p51"/>
          <p:cNvGrpSpPr/>
          <p:nvPr/>
        </p:nvGrpSpPr>
        <p:grpSpPr>
          <a:xfrm>
            <a:off x="6186398" y="2991957"/>
            <a:ext cx="1948028" cy="168576"/>
            <a:chOff x="3465975" y="2270276"/>
            <a:chExt cx="1986364" cy="171929"/>
          </a:xfrm>
        </p:grpSpPr>
        <p:sp>
          <p:nvSpPr>
            <p:cNvPr id="328" name="Google Shape;328;p5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5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5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5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5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5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5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5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" name="Google Shape;336;p51"/>
          <p:cNvGrpSpPr/>
          <p:nvPr/>
        </p:nvGrpSpPr>
        <p:grpSpPr>
          <a:xfrm>
            <a:off x="6186398" y="3925545"/>
            <a:ext cx="1948028" cy="168576"/>
            <a:chOff x="3465975" y="2270276"/>
            <a:chExt cx="1986364" cy="171929"/>
          </a:xfrm>
        </p:grpSpPr>
        <p:sp>
          <p:nvSpPr>
            <p:cNvPr id="337" name="Google Shape;337;p5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5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5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5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5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5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5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5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" name="Google Shape;345;p51"/>
          <p:cNvGrpSpPr/>
          <p:nvPr/>
        </p:nvGrpSpPr>
        <p:grpSpPr>
          <a:xfrm>
            <a:off x="5330853" y="1997309"/>
            <a:ext cx="449122" cy="383741"/>
            <a:chOff x="866243" y="2291587"/>
            <a:chExt cx="415546" cy="355053"/>
          </a:xfrm>
        </p:grpSpPr>
        <p:sp>
          <p:nvSpPr>
            <p:cNvPr id="346" name="Google Shape;346;p51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51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51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51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51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" name="Google Shape;351;p51"/>
          <p:cNvGrpSpPr/>
          <p:nvPr/>
        </p:nvGrpSpPr>
        <p:grpSpPr>
          <a:xfrm>
            <a:off x="5345169" y="2907637"/>
            <a:ext cx="420458" cy="383731"/>
            <a:chOff x="1958520" y="2302574"/>
            <a:chExt cx="359213" cy="327807"/>
          </a:xfrm>
        </p:grpSpPr>
        <p:sp>
          <p:nvSpPr>
            <p:cNvPr id="352" name="Google Shape;352;p51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51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51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" name="Google Shape;355;p51"/>
          <p:cNvGrpSpPr/>
          <p:nvPr/>
        </p:nvGrpSpPr>
        <p:grpSpPr>
          <a:xfrm>
            <a:off x="5330852" y="3818025"/>
            <a:ext cx="449098" cy="415171"/>
            <a:chOff x="7384751" y="4147984"/>
            <a:chExt cx="380012" cy="351274"/>
          </a:xfrm>
        </p:grpSpPr>
        <p:sp>
          <p:nvSpPr>
            <p:cNvPr id="356" name="Google Shape;356;p51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51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51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51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51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p52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… AND THE SAME GOES FOR TABLES</a:t>
            </a:r>
            <a:endParaRPr/>
          </a:p>
        </p:txBody>
      </p:sp>
      <p:cxnSp>
        <p:nvCxnSpPr>
          <p:cNvPr id="366" name="Google Shape;366;p52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graphicFrame>
        <p:nvGraphicFramePr>
          <p:cNvPr id="367" name="Google Shape;367;p52"/>
          <p:cNvGraphicFramePr/>
          <p:nvPr/>
        </p:nvGraphicFramePr>
        <p:xfrm>
          <a:off x="1691400" y="18353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{EE5EAB3C-AF81-403C-96D6-995B82241074}</a:tableStyleId>
              </a:tblPr>
              <a:tblGrid>
                <a:gridCol w="1440300"/>
                <a:gridCol w="1440300"/>
                <a:gridCol w="1440300"/>
                <a:gridCol w="1440300"/>
              </a:tblGrid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MASS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DIAMETER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GRAVITY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MERCURY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0.06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MARS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0.11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0.53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SATURN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95.2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9.4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1.16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p53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MAP!</a:t>
            </a:r>
            <a:endParaRPr/>
          </a:p>
        </p:txBody>
      </p:sp>
      <p:cxnSp>
        <p:nvCxnSpPr>
          <p:cNvPr id="373" name="Google Shape;373;p53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grpSp>
        <p:nvGrpSpPr>
          <p:cNvPr id="374" name="Google Shape;374;p53"/>
          <p:cNvGrpSpPr/>
          <p:nvPr/>
        </p:nvGrpSpPr>
        <p:grpSpPr>
          <a:xfrm>
            <a:off x="1403332" y="1746665"/>
            <a:ext cx="5127114" cy="2606763"/>
            <a:chOff x="1026196" y="1670465"/>
            <a:chExt cx="5127114" cy="2606763"/>
          </a:xfrm>
        </p:grpSpPr>
        <p:sp>
          <p:nvSpPr>
            <p:cNvPr id="375" name="Google Shape;375;p53"/>
            <p:cNvSpPr/>
            <p:nvPr/>
          </p:nvSpPr>
          <p:spPr>
            <a:xfrm>
              <a:off x="5343527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53"/>
            <p:cNvSpPr/>
            <p:nvPr/>
          </p:nvSpPr>
          <p:spPr>
            <a:xfrm>
              <a:off x="5343527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53"/>
            <p:cNvSpPr/>
            <p:nvPr/>
          </p:nvSpPr>
          <p:spPr>
            <a:xfrm>
              <a:off x="5343527" y="37471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53"/>
            <p:cNvSpPr/>
            <p:nvPr/>
          </p:nvSpPr>
          <p:spPr>
            <a:xfrm>
              <a:off x="5398193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53"/>
            <p:cNvSpPr/>
            <p:nvPr/>
          </p:nvSpPr>
          <p:spPr>
            <a:xfrm>
              <a:off x="5398193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53"/>
            <p:cNvSpPr/>
            <p:nvPr/>
          </p:nvSpPr>
          <p:spPr>
            <a:xfrm>
              <a:off x="5452716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53"/>
            <p:cNvSpPr/>
            <p:nvPr/>
          </p:nvSpPr>
          <p:spPr>
            <a:xfrm>
              <a:off x="5452716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53"/>
            <p:cNvSpPr/>
            <p:nvPr/>
          </p:nvSpPr>
          <p:spPr>
            <a:xfrm>
              <a:off x="5452716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53"/>
            <p:cNvSpPr/>
            <p:nvPr/>
          </p:nvSpPr>
          <p:spPr>
            <a:xfrm>
              <a:off x="5507399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53"/>
            <p:cNvSpPr/>
            <p:nvPr/>
          </p:nvSpPr>
          <p:spPr>
            <a:xfrm>
              <a:off x="5507399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53"/>
            <p:cNvSpPr/>
            <p:nvPr/>
          </p:nvSpPr>
          <p:spPr>
            <a:xfrm>
              <a:off x="5507399" y="3911120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53"/>
            <p:cNvSpPr/>
            <p:nvPr/>
          </p:nvSpPr>
          <p:spPr>
            <a:xfrm>
              <a:off x="5507399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53"/>
            <p:cNvSpPr/>
            <p:nvPr/>
          </p:nvSpPr>
          <p:spPr>
            <a:xfrm>
              <a:off x="5507399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53"/>
            <p:cNvSpPr/>
            <p:nvPr/>
          </p:nvSpPr>
          <p:spPr>
            <a:xfrm>
              <a:off x="5617771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53"/>
            <p:cNvSpPr/>
            <p:nvPr/>
          </p:nvSpPr>
          <p:spPr>
            <a:xfrm>
              <a:off x="5617771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53"/>
            <p:cNvSpPr/>
            <p:nvPr/>
          </p:nvSpPr>
          <p:spPr>
            <a:xfrm>
              <a:off x="5617771" y="3911120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53"/>
            <p:cNvSpPr/>
            <p:nvPr/>
          </p:nvSpPr>
          <p:spPr>
            <a:xfrm>
              <a:off x="5617771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53"/>
            <p:cNvSpPr/>
            <p:nvPr/>
          </p:nvSpPr>
          <p:spPr>
            <a:xfrm>
              <a:off x="5617771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53"/>
            <p:cNvSpPr/>
            <p:nvPr/>
          </p:nvSpPr>
          <p:spPr>
            <a:xfrm>
              <a:off x="5673029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53"/>
            <p:cNvSpPr/>
            <p:nvPr/>
          </p:nvSpPr>
          <p:spPr>
            <a:xfrm>
              <a:off x="5673029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53"/>
            <p:cNvSpPr/>
            <p:nvPr/>
          </p:nvSpPr>
          <p:spPr>
            <a:xfrm>
              <a:off x="5673029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53"/>
            <p:cNvSpPr/>
            <p:nvPr/>
          </p:nvSpPr>
          <p:spPr>
            <a:xfrm>
              <a:off x="5452716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53"/>
            <p:cNvSpPr/>
            <p:nvPr/>
          </p:nvSpPr>
          <p:spPr>
            <a:xfrm>
              <a:off x="5398193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53"/>
            <p:cNvSpPr/>
            <p:nvPr/>
          </p:nvSpPr>
          <p:spPr>
            <a:xfrm>
              <a:off x="5343527" y="380177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53"/>
            <p:cNvSpPr/>
            <p:nvPr/>
          </p:nvSpPr>
          <p:spPr>
            <a:xfrm>
              <a:off x="5124954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53"/>
            <p:cNvSpPr/>
            <p:nvPr/>
          </p:nvSpPr>
          <p:spPr>
            <a:xfrm>
              <a:off x="5124954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53"/>
            <p:cNvSpPr/>
            <p:nvPr/>
          </p:nvSpPr>
          <p:spPr>
            <a:xfrm>
              <a:off x="5179494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53"/>
            <p:cNvSpPr/>
            <p:nvPr/>
          </p:nvSpPr>
          <p:spPr>
            <a:xfrm>
              <a:off x="5179494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53"/>
            <p:cNvSpPr/>
            <p:nvPr/>
          </p:nvSpPr>
          <p:spPr>
            <a:xfrm>
              <a:off x="5179494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53"/>
            <p:cNvSpPr/>
            <p:nvPr/>
          </p:nvSpPr>
          <p:spPr>
            <a:xfrm>
              <a:off x="5234160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53"/>
            <p:cNvSpPr/>
            <p:nvPr/>
          </p:nvSpPr>
          <p:spPr>
            <a:xfrm>
              <a:off x="5234160" y="3692564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53"/>
            <p:cNvSpPr/>
            <p:nvPr/>
          </p:nvSpPr>
          <p:spPr>
            <a:xfrm>
              <a:off x="5234160" y="374710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53"/>
            <p:cNvSpPr/>
            <p:nvPr/>
          </p:nvSpPr>
          <p:spPr>
            <a:xfrm>
              <a:off x="5234160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53"/>
            <p:cNvSpPr/>
            <p:nvPr/>
          </p:nvSpPr>
          <p:spPr>
            <a:xfrm>
              <a:off x="5288844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53"/>
            <p:cNvSpPr/>
            <p:nvPr/>
          </p:nvSpPr>
          <p:spPr>
            <a:xfrm>
              <a:off x="5288844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53"/>
            <p:cNvSpPr/>
            <p:nvPr/>
          </p:nvSpPr>
          <p:spPr>
            <a:xfrm>
              <a:off x="5288844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53"/>
            <p:cNvSpPr/>
            <p:nvPr/>
          </p:nvSpPr>
          <p:spPr>
            <a:xfrm>
              <a:off x="5288844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53"/>
            <p:cNvSpPr/>
            <p:nvPr/>
          </p:nvSpPr>
          <p:spPr>
            <a:xfrm>
              <a:off x="5288844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53"/>
            <p:cNvSpPr/>
            <p:nvPr/>
          </p:nvSpPr>
          <p:spPr>
            <a:xfrm>
              <a:off x="5999339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53"/>
            <p:cNvSpPr/>
            <p:nvPr/>
          </p:nvSpPr>
          <p:spPr>
            <a:xfrm>
              <a:off x="5780783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53"/>
            <p:cNvSpPr/>
            <p:nvPr/>
          </p:nvSpPr>
          <p:spPr>
            <a:xfrm>
              <a:off x="5780783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53"/>
            <p:cNvSpPr/>
            <p:nvPr/>
          </p:nvSpPr>
          <p:spPr>
            <a:xfrm>
              <a:off x="5835449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53"/>
            <p:cNvSpPr/>
            <p:nvPr/>
          </p:nvSpPr>
          <p:spPr>
            <a:xfrm>
              <a:off x="5725955" y="35284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53"/>
            <p:cNvSpPr/>
            <p:nvPr/>
          </p:nvSpPr>
          <p:spPr>
            <a:xfrm>
              <a:off x="5616749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53"/>
            <p:cNvSpPr/>
            <p:nvPr/>
          </p:nvSpPr>
          <p:spPr>
            <a:xfrm>
              <a:off x="5343527" y="3364515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53"/>
            <p:cNvSpPr/>
            <p:nvPr/>
          </p:nvSpPr>
          <p:spPr>
            <a:xfrm>
              <a:off x="5507399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53"/>
            <p:cNvSpPr/>
            <p:nvPr/>
          </p:nvSpPr>
          <p:spPr>
            <a:xfrm>
              <a:off x="5507399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53"/>
            <p:cNvSpPr/>
            <p:nvPr/>
          </p:nvSpPr>
          <p:spPr>
            <a:xfrm>
              <a:off x="5452716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53"/>
            <p:cNvSpPr/>
            <p:nvPr/>
          </p:nvSpPr>
          <p:spPr>
            <a:xfrm>
              <a:off x="5452716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53"/>
            <p:cNvSpPr/>
            <p:nvPr/>
          </p:nvSpPr>
          <p:spPr>
            <a:xfrm>
              <a:off x="5398193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53"/>
            <p:cNvSpPr/>
            <p:nvPr/>
          </p:nvSpPr>
          <p:spPr>
            <a:xfrm>
              <a:off x="5398193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53"/>
            <p:cNvSpPr/>
            <p:nvPr/>
          </p:nvSpPr>
          <p:spPr>
            <a:xfrm>
              <a:off x="5944655" y="3965661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53"/>
            <p:cNvSpPr/>
            <p:nvPr/>
          </p:nvSpPr>
          <p:spPr>
            <a:xfrm>
              <a:off x="5889989" y="4075010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53"/>
            <p:cNvSpPr/>
            <p:nvPr/>
          </p:nvSpPr>
          <p:spPr>
            <a:xfrm>
              <a:off x="5889989" y="4020327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53"/>
            <p:cNvSpPr/>
            <p:nvPr/>
          </p:nvSpPr>
          <p:spPr>
            <a:xfrm>
              <a:off x="5835449" y="4075010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53"/>
            <p:cNvSpPr/>
            <p:nvPr/>
          </p:nvSpPr>
          <p:spPr>
            <a:xfrm>
              <a:off x="5507399" y="4075010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53"/>
            <p:cNvSpPr/>
            <p:nvPr/>
          </p:nvSpPr>
          <p:spPr>
            <a:xfrm>
              <a:off x="5562083" y="3965661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53"/>
            <p:cNvSpPr/>
            <p:nvPr/>
          </p:nvSpPr>
          <p:spPr>
            <a:xfrm>
              <a:off x="5562083" y="3911120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53"/>
            <p:cNvSpPr/>
            <p:nvPr/>
          </p:nvSpPr>
          <p:spPr>
            <a:xfrm>
              <a:off x="5562083" y="385645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53"/>
            <p:cNvSpPr/>
            <p:nvPr/>
          </p:nvSpPr>
          <p:spPr>
            <a:xfrm>
              <a:off x="5562083" y="380177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53"/>
            <p:cNvSpPr/>
            <p:nvPr/>
          </p:nvSpPr>
          <p:spPr>
            <a:xfrm>
              <a:off x="5562083" y="37471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53"/>
            <p:cNvSpPr/>
            <p:nvPr/>
          </p:nvSpPr>
          <p:spPr>
            <a:xfrm>
              <a:off x="5562083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53"/>
            <p:cNvSpPr/>
            <p:nvPr/>
          </p:nvSpPr>
          <p:spPr>
            <a:xfrm>
              <a:off x="5562083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53"/>
            <p:cNvSpPr/>
            <p:nvPr/>
          </p:nvSpPr>
          <p:spPr>
            <a:xfrm>
              <a:off x="5507399" y="3965661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53"/>
            <p:cNvSpPr/>
            <p:nvPr/>
          </p:nvSpPr>
          <p:spPr>
            <a:xfrm>
              <a:off x="5507399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53"/>
            <p:cNvSpPr/>
            <p:nvPr/>
          </p:nvSpPr>
          <p:spPr>
            <a:xfrm>
              <a:off x="5507399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53"/>
            <p:cNvSpPr/>
            <p:nvPr/>
          </p:nvSpPr>
          <p:spPr>
            <a:xfrm>
              <a:off x="5452716" y="3965661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53"/>
            <p:cNvSpPr/>
            <p:nvPr/>
          </p:nvSpPr>
          <p:spPr>
            <a:xfrm>
              <a:off x="5452716" y="3911120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53"/>
            <p:cNvSpPr/>
            <p:nvPr/>
          </p:nvSpPr>
          <p:spPr>
            <a:xfrm>
              <a:off x="5452716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53"/>
            <p:cNvSpPr/>
            <p:nvPr/>
          </p:nvSpPr>
          <p:spPr>
            <a:xfrm>
              <a:off x="5452716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53"/>
            <p:cNvSpPr/>
            <p:nvPr/>
          </p:nvSpPr>
          <p:spPr>
            <a:xfrm>
              <a:off x="5398193" y="3911120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53"/>
            <p:cNvSpPr/>
            <p:nvPr/>
          </p:nvSpPr>
          <p:spPr>
            <a:xfrm>
              <a:off x="5398193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53"/>
            <p:cNvSpPr/>
            <p:nvPr/>
          </p:nvSpPr>
          <p:spPr>
            <a:xfrm>
              <a:off x="5398193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53"/>
            <p:cNvSpPr/>
            <p:nvPr/>
          </p:nvSpPr>
          <p:spPr>
            <a:xfrm>
              <a:off x="5398193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53"/>
            <p:cNvSpPr/>
            <p:nvPr/>
          </p:nvSpPr>
          <p:spPr>
            <a:xfrm>
              <a:off x="5343527" y="385645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53"/>
            <p:cNvSpPr/>
            <p:nvPr/>
          </p:nvSpPr>
          <p:spPr>
            <a:xfrm>
              <a:off x="5343527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53"/>
            <p:cNvSpPr/>
            <p:nvPr/>
          </p:nvSpPr>
          <p:spPr>
            <a:xfrm>
              <a:off x="5343527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53"/>
            <p:cNvSpPr/>
            <p:nvPr/>
          </p:nvSpPr>
          <p:spPr>
            <a:xfrm>
              <a:off x="5288844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53"/>
            <p:cNvSpPr/>
            <p:nvPr/>
          </p:nvSpPr>
          <p:spPr>
            <a:xfrm>
              <a:off x="5288844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53"/>
            <p:cNvSpPr/>
            <p:nvPr/>
          </p:nvSpPr>
          <p:spPr>
            <a:xfrm>
              <a:off x="5234160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53"/>
            <p:cNvSpPr/>
            <p:nvPr/>
          </p:nvSpPr>
          <p:spPr>
            <a:xfrm>
              <a:off x="5234160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53"/>
            <p:cNvSpPr/>
            <p:nvPr/>
          </p:nvSpPr>
          <p:spPr>
            <a:xfrm>
              <a:off x="5179494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53"/>
            <p:cNvSpPr/>
            <p:nvPr/>
          </p:nvSpPr>
          <p:spPr>
            <a:xfrm>
              <a:off x="5179494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53"/>
            <p:cNvSpPr/>
            <p:nvPr/>
          </p:nvSpPr>
          <p:spPr>
            <a:xfrm>
              <a:off x="5179494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53"/>
            <p:cNvSpPr/>
            <p:nvPr/>
          </p:nvSpPr>
          <p:spPr>
            <a:xfrm>
              <a:off x="5124954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53"/>
            <p:cNvSpPr/>
            <p:nvPr/>
          </p:nvSpPr>
          <p:spPr>
            <a:xfrm>
              <a:off x="5124954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53"/>
            <p:cNvSpPr/>
            <p:nvPr/>
          </p:nvSpPr>
          <p:spPr>
            <a:xfrm>
              <a:off x="5124954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53"/>
            <p:cNvSpPr/>
            <p:nvPr/>
          </p:nvSpPr>
          <p:spPr>
            <a:xfrm>
              <a:off x="5070288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53"/>
            <p:cNvSpPr/>
            <p:nvPr/>
          </p:nvSpPr>
          <p:spPr>
            <a:xfrm>
              <a:off x="5070288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53"/>
            <p:cNvSpPr/>
            <p:nvPr/>
          </p:nvSpPr>
          <p:spPr>
            <a:xfrm>
              <a:off x="5070288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53"/>
            <p:cNvSpPr/>
            <p:nvPr/>
          </p:nvSpPr>
          <p:spPr>
            <a:xfrm>
              <a:off x="5070288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53"/>
            <p:cNvSpPr/>
            <p:nvPr/>
          </p:nvSpPr>
          <p:spPr>
            <a:xfrm>
              <a:off x="4086571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53"/>
            <p:cNvSpPr/>
            <p:nvPr/>
          </p:nvSpPr>
          <p:spPr>
            <a:xfrm>
              <a:off x="4086571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53"/>
            <p:cNvSpPr/>
            <p:nvPr/>
          </p:nvSpPr>
          <p:spPr>
            <a:xfrm>
              <a:off x="4086571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53"/>
            <p:cNvSpPr/>
            <p:nvPr/>
          </p:nvSpPr>
          <p:spPr>
            <a:xfrm>
              <a:off x="4031887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53"/>
            <p:cNvSpPr/>
            <p:nvPr/>
          </p:nvSpPr>
          <p:spPr>
            <a:xfrm>
              <a:off x="4031887" y="3692564"/>
              <a:ext cx="44730" cy="38202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53"/>
            <p:cNvSpPr/>
            <p:nvPr/>
          </p:nvSpPr>
          <p:spPr>
            <a:xfrm>
              <a:off x="4031887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53"/>
            <p:cNvSpPr/>
            <p:nvPr/>
          </p:nvSpPr>
          <p:spPr>
            <a:xfrm>
              <a:off x="3977203" y="32006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53"/>
            <p:cNvSpPr/>
            <p:nvPr/>
          </p:nvSpPr>
          <p:spPr>
            <a:xfrm>
              <a:off x="3977203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53"/>
            <p:cNvSpPr/>
            <p:nvPr/>
          </p:nvSpPr>
          <p:spPr>
            <a:xfrm>
              <a:off x="3704125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53"/>
            <p:cNvSpPr/>
            <p:nvPr/>
          </p:nvSpPr>
          <p:spPr>
            <a:xfrm>
              <a:off x="3704125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53"/>
            <p:cNvSpPr/>
            <p:nvPr/>
          </p:nvSpPr>
          <p:spPr>
            <a:xfrm>
              <a:off x="3704125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53"/>
            <p:cNvSpPr/>
            <p:nvPr/>
          </p:nvSpPr>
          <p:spPr>
            <a:xfrm>
              <a:off x="3704125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53"/>
            <p:cNvSpPr/>
            <p:nvPr/>
          </p:nvSpPr>
          <p:spPr>
            <a:xfrm>
              <a:off x="3704125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53"/>
            <p:cNvSpPr/>
            <p:nvPr/>
          </p:nvSpPr>
          <p:spPr>
            <a:xfrm>
              <a:off x="3704125" y="32006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53"/>
            <p:cNvSpPr/>
            <p:nvPr/>
          </p:nvSpPr>
          <p:spPr>
            <a:xfrm>
              <a:off x="3704125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53"/>
            <p:cNvSpPr/>
            <p:nvPr/>
          </p:nvSpPr>
          <p:spPr>
            <a:xfrm>
              <a:off x="3704125" y="3309849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53"/>
            <p:cNvSpPr/>
            <p:nvPr/>
          </p:nvSpPr>
          <p:spPr>
            <a:xfrm>
              <a:off x="3704125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53"/>
            <p:cNvSpPr/>
            <p:nvPr/>
          </p:nvSpPr>
          <p:spPr>
            <a:xfrm>
              <a:off x="3704125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53"/>
            <p:cNvSpPr/>
            <p:nvPr/>
          </p:nvSpPr>
          <p:spPr>
            <a:xfrm>
              <a:off x="3704125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53"/>
            <p:cNvSpPr/>
            <p:nvPr/>
          </p:nvSpPr>
          <p:spPr>
            <a:xfrm>
              <a:off x="3704125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53"/>
            <p:cNvSpPr/>
            <p:nvPr/>
          </p:nvSpPr>
          <p:spPr>
            <a:xfrm>
              <a:off x="3704125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53"/>
            <p:cNvSpPr/>
            <p:nvPr/>
          </p:nvSpPr>
          <p:spPr>
            <a:xfrm>
              <a:off x="3704125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53"/>
            <p:cNvSpPr/>
            <p:nvPr/>
          </p:nvSpPr>
          <p:spPr>
            <a:xfrm>
              <a:off x="3704125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53"/>
            <p:cNvSpPr/>
            <p:nvPr/>
          </p:nvSpPr>
          <p:spPr>
            <a:xfrm>
              <a:off x="3704125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53"/>
            <p:cNvSpPr/>
            <p:nvPr/>
          </p:nvSpPr>
          <p:spPr>
            <a:xfrm>
              <a:off x="3758647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53"/>
            <p:cNvSpPr/>
            <p:nvPr/>
          </p:nvSpPr>
          <p:spPr>
            <a:xfrm>
              <a:off x="3758647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53"/>
            <p:cNvSpPr/>
            <p:nvPr/>
          </p:nvSpPr>
          <p:spPr>
            <a:xfrm>
              <a:off x="3758647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53"/>
            <p:cNvSpPr/>
            <p:nvPr/>
          </p:nvSpPr>
          <p:spPr>
            <a:xfrm>
              <a:off x="3758647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53"/>
            <p:cNvSpPr/>
            <p:nvPr/>
          </p:nvSpPr>
          <p:spPr>
            <a:xfrm>
              <a:off x="3758647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53"/>
            <p:cNvSpPr/>
            <p:nvPr/>
          </p:nvSpPr>
          <p:spPr>
            <a:xfrm>
              <a:off x="3758647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53"/>
            <p:cNvSpPr/>
            <p:nvPr/>
          </p:nvSpPr>
          <p:spPr>
            <a:xfrm>
              <a:off x="3758647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53"/>
            <p:cNvSpPr/>
            <p:nvPr/>
          </p:nvSpPr>
          <p:spPr>
            <a:xfrm>
              <a:off x="3758647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53"/>
            <p:cNvSpPr/>
            <p:nvPr/>
          </p:nvSpPr>
          <p:spPr>
            <a:xfrm>
              <a:off x="3758647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53"/>
            <p:cNvSpPr/>
            <p:nvPr/>
          </p:nvSpPr>
          <p:spPr>
            <a:xfrm>
              <a:off x="3758647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53"/>
            <p:cNvSpPr/>
            <p:nvPr/>
          </p:nvSpPr>
          <p:spPr>
            <a:xfrm>
              <a:off x="3758647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53"/>
            <p:cNvSpPr/>
            <p:nvPr/>
          </p:nvSpPr>
          <p:spPr>
            <a:xfrm>
              <a:off x="3758647" y="35284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53"/>
            <p:cNvSpPr/>
            <p:nvPr/>
          </p:nvSpPr>
          <p:spPr>
            <a:xfrm>
              <a:off x="3758647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53"/>
            <p:cNvSpPr/>
            <p:nvPr/>
          </p:nvSpPr>
          <p:spPr>
            <a:xfrm>
              <a:off x="3813331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53"/>
            <p:cNvSpPr/>
            <p:nvPr/>
          </p:nvSpPr>
          <p:spPr>
            <a:xfrm>
              <a:off x="3813331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53"/>
            <p:cNvSpPr/>
            <p:nvPr/>
          </p:nvSpPr>
          <p:spPr>
            <a:xfrm>
              <a:off x="3813331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53"/>
            <p:cNvSpPr/>
            <p:nvPr/>
          </p:nvSpPr>
          <p:spPr>
            <a:xfrm>
              <a:off x="3813331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53"/>
            <p:cNvSpPr/>
            <p:nvPr/>
          </p:nvSpPr>
          <p:spPr>
            <a:xfrm>
              <a:off x="3813331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53"/>
            <p:cNvSpPr/>
            <p:nvPr/>
          </p:nvSpPr>
          <p:spPr>
            <a:xfrm>
              <a:off x="3813331" y="32006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53"/>
            <p:cNvSpPr/>
            <p:nvPr/>
          </p:nvSpPr>
          <p:spPr>
            <a:xfrm>
              <a:off x="3813331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53"/>
            <p:cNvSpPr/>
            <p:nvPr/>
          </p:nvSpPr>
          <p:spPr>
            <a:xfrm>
              <a:off x="3813331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53"/>
            <p:cNvSpPr/>
            <p:nvPr/>
          </p:nvSpPr>
          <p:spPr>
            <a:xfrm>
              <a:off x="3813331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53"/>
            <p:cNvSpPr/>
            <p:nvPr/>
          </p:nvSpPr>
          <p:spPr>
            <a:xfrm>
              <a:off x="3813331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53"/>
            <p:cNvSpPr/>
            <p:nvPr/>
          </p:nvSpPr>
          <p:spPr>
            <a:xfrm>
              <a:off x="3813331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53"/>
            <p:cNvSpPr/>
            <p:nvPr/>
          </p:nvSpPr>
          <p:spPr>
            <a:xfrm>
              <a:off x="3813331" y="35284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53"/>
            <p:cNvSpPr/>
            <p:nvPr/>
          </p:nvSpPr>
          <p:spPr>
            <a:xfrm>
              <a:off x="3868015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53"/>
            <p:cNvSpPr/>
            <p:nvPr/>
          </p:nvSpPr>
          <p:spPr>
            <a:xfrm>
              <a:off x="3868015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53"/>
            <p:cNvSpPr/>
            <p:nvPr/>
          </p:nvSpPr>
          <p:spPr>
            <a:xfrm>
              <a:off x="3868015" y="3200643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53"/>
            <p:cNvSpPr/>
            <p:nvPr/>
          </p:nvSpPr>
          <p:spPr>
            <a:xfrm>
              <a:off x="3868015" y="3255166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53"/>
            <p:cNvSpPr/>
            <p:nvPr/>
          </p:nvSpPr>
          <p:spPr>
            <a:xfrm>
              <a:off x="3922681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53"/>
            <p:cNvSpPr/>
            <p:nvPr/>
          </p:nvSpPr>
          <p:spPr>
            <a:xfrm>
              <a:off x="3922681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53"/>
            <p:cNvSpPr/>
            <p:nvPr/>
          </p:nvSpPr>
          <p:spPr>
            <a:xfrm>
              <a:off x="3922681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53"/>
            <p:cNvSpPr/>
            <p:nvPr/>
          </p:nvSpPr>
          <p:spPr>
            <a:xfrm>
              <a:off x="3922681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53"/>
            <p:cNvSpPr/>
            <p:nvPr/>
          </p:nvSpPr>
          <p:spPr>
            <a:xfrm>
              <a:off x="3922591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53"/>
            <p:cNvSpPr/>
            <p:nvPr/>
          </p:nvSpPr>
          <p:spPr>
            <a:xfrm>
              <a:off x="3868015" y="3309849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53"/>
            <p:cNvSpPr/>
            <p:nvPr/>
          </p:nvSpPr>
          <p:spPr>
            <a:xfrm>
              <a:off x="3868015" y="3364515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53"/>
            <p:cNvSpPr/>
            <p:nvPr/>
          </p:nvSpPr>
          <p:spPr>
            <a:xfrm>
              <a:off x="3868015" y="341919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53"/>
            <p:cNvSpPr/>
            <p:nvPr/>
          </p:nvSpPr>
          <p:spPr>
            <a:xfrm>
              <a:off x="3868015" y="3473865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53"/>
            <p:cNvSpPr/>
            <p:nvPr/>
          </p:nvSpPr>
          <p:spPr>
            <a:xfrm>
              <a:off x="3868015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53"/>
            <p:cNvSpPr/>
            <p:nvPr/>
          </p:nvSpPr>
          <p:spPr>
            <a:xfrm>
              <a:off x="3868015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53"/>
            <p:cNvSpPr/>
            <p:nvPr/>
          </p:nvSpPr>
          <p:spPr>
            <a:xfrm>
              <a:off x="3813331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53"/>
            <p:cNvSpPr/>
            <p:nvPr/>
          </p:nvSpPr>
          <p:spPr>
            <a:xfrm>
              <a:off x="3813331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53"/>
            <p:cNvSpPr/>
            <p:nvPr/>
          </p:nvSpPr>
          <p:spPr>
            <a:xfrm>
              <a:off x="3758647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53"/>
            <p:cNvSpPr/>
            <p:nvPr/>
          </p:nvSpPr>
          <p:spPr>
            <a:xfrm>
              <a:off x="3758647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53"/>
            <p:cNvSpPr/>
            <p:nvPr/>
          </p:nvSpPr>
          <p:spPr>
            <a:xfrm>
              <a:off x="3758647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53"/>
            <p:cNvSpPr/>
            <p:nvPr/>
          </p:nvSpPr>
          <p:spPr>
            <a:xfrm>
              <a:off x="3758647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53"/>
            <p:cNvSpPr/>
            <p:nvPr/>
          </p:nvSpPr>
          <p:spPr>
            <a:xfrm>
              <a:off x="3704125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53"/>
            <p:cNvSpPr/>
            <p:nvPr/>
          </p:nvSpPr>
          <p:spPr>
            <a:xfrm>
              <a:off x="3430742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53"/>
            <p:cNvSpPr/>
            <p:nvPr/>
          </p:nvSpPr>
          <p:spPr>
            <a:xfrm>
              <a:off x="3430742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53"/>
            <p:cNvSpPr/>
            <p:nvPr/>
          </p:nvSpPr>
          <p:spPr>
            <a:xfrm>
              <a:off x="3430742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53"/>
            <p:cNvSpPr/>
            <p:nvPr/>
          </p:nvSpPr>
          <p:spPr>
            <a:xfrm>
              <a:off x="3430742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53"/>
            <p:cNvSpPr/>
            <p:nvPr/>
          </p:nvSpPr>
          <p:spPr>
            <a:xfrm>
              <a:off x="3430742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53"/>
            <p:cNvSpPr/>
            <p:nvPr/>
          </p:nvSpPr>
          <p:spPr>
            <a:xfrm>
              <a:off x="3430742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53"/>
            <p:cNvSpPr/>
            <p:nvPr/>
          </p:nvSpPr>
          <p:spPr>
            <a:xfrm>
              <a:off x="3430742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53"/>
            <p:cNvSpPr/>
            <p:nvPr/>
          </p:nvSpPr>
          <p:spPr>
            <a:xfrm>
              <a:off x="3212186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53"/>
            <p:cNvSpPr/>
            <p:nvPr/>
          </p:nvSpPr>
          <p:spPr>
            <a:xfrm>
              <a:off x="3212186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53"/>
            <p:cNvSpPr/>
            <p:nvPr/>
          </p:nvSpPr>
          <p:spPr>
            <a:xfrm>
              <a:off x="3212186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53"/>
            <p:cNvSpPr/>
            <p:nvPr/>
          </p:nvSpPr>
          <p:spPr>
            <a:xfrm>
              <a:off x="3266870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53"/>
            <p:cNvSpPr/>
            <p:nvPr/>
          </p:nvSpPr>
          <p:spPr>
            <a:xfrm>
              <a:off x="3266870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53"/>
            <p:cNvSpPr/>
            <p:nvPr/>
          </p:nvSpPr>
          <p:spPr>
            <a:xfrm>
              <a:off x="3266870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53"/>
            <p:cNvSpPr/>
            <p:nvPr/>
          </p:nvSpPr>
          <p:spPr>
            <a:xfrm>
              <a:off x="3266870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53"/>
            <p:cNvSpPr/>
            <p:nvPr/>
          </p:nvSpPr>
          <p:spPr>
            <a:xfrm>
              <a:off x="3266870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53"/>
            <p:cNvSpPr/>
            <p:nvPr/>
          </p:nvSpPr>
          <p:spPr>
            <a:xfrm>
              <a:off x="3321392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53"/>
            <p:cNvSpPr/>
            <p:nvPr/>
          </p:nvSpPr>
          <p:spPr>
            <a:xfrm>
              <a:off x="3321392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53"/>
            <p:cNvSpPr/>
            <p:nvPr/>
          </p:nvSpPr>
          <p:spPr>
            <a:xfrm>
              <a:off x="3321392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53"/>
            <p:cNvSpPr/>
            <p:nvPr/>
          </p:nvSpPr>
          <p:spPr>
            <a:xfrm>
              <a:off x="3321392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53"/>
            <p:cNvSpPr/>
            <p:nvPr/>
          </p:nvSpPr>
          <p:spPr>
            <a:xfrm>
              <a:off x="3321392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53"/>
            <p:cNvSpPr/>
            <p:nvPr/>
          </p:nvSpPr>
          <p:spPr>
            <a:xfrm>
              <a:off x="3321392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53"/>
            <p:cNvSpPr/>
            <p:nvPr/>
          </p:nvSpPr>
          <p:spPr>
            <a:xfrm>
              <a:off x="3321392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53"/>
            <p:cNvSpPr/>
            <p:nvPr/>
          </p:nvSpPr>
          <p:spPr>
            <a:xfrm>
              <a:off x="3376076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53"/>
            <p:cNvSpPr/>
            <p:nvPr/>
          </p:nvSpPr>
          <p:spPr>
            <a:xfrm>
              <a:off x="3376076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53"/>
            <p:cNvSpPr/>
            <p:nvPr/>
          </p:nvSpPr>
          <p:spPr>
            <a:xfrm>
              <a:off x="3376076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53"/>
            <p:cNvSpPr/>
            <p:nvPr/>
          </p:nvSpPr>
          <p:spPr>
            <a:xfrm>
              <a:off x="3376076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53"/>
            <p:cNvSpPr/>
            <p:nvPr/>
          </p:nvSpPr>
          <p:spPr>
            <a:xfrm>
              <a:off x="3376076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53"/>
            <p:cNvSpPr/>
            <p:nvPr/>
          </p:nvSpPr>
          <p:spPr>
            <a:xfrm>
              <a:off x="3376076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53"/>
            <p:cNvSpPr/>
            <p:nvPr/>
          </p:nvSpPr>
          <p:spPr>
            <a:xfrm>
              <a:off x="3376076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53"/>
            <p:cNvSpPr/>
            <p:nvPr/>
          </p:nvSpPr>
          <p:spPr>
            <a:xfrm>
              <a:off x="3376076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53"/>
            <p:cNvSpPr/>
            <p:nvPr/>
          </p:nvSpPr>
          <p:spPr>
            <a:xfrm>
              <a:off x="3430742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53"/>
            <p:cNvSpPr/>
            <p:nvPr/>
          </p:nvSpPr>
          <p:spPr>
            <a:xfrm>
              <a:off x="3485425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53"/>
            <p:cNvSpPr/>
            <p:nvPr/>
          </p:nvSpPr>
          <p:spPr>
            <a:xfrm>
              <a:off x="3485425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3"/>
            <p:cNvSpPr/>
            <p:nvPr/>
          </p:nvSpPr>
          <p:spPr>
            <a:xfrm>
              <a:off x="3485425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53"/>
            <p:cNvSpPr/>
            <p:nvPr/>
          </p:nvSpPr>
          <p:spPr>
            <a:xfrm>
              <a:off x="3485425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53"/>
            <p:cNvSpPr/>
            <p:nvPr/>
          </p:nvSpPr>
          <p:spPr>
            <a:xfrm>
              <a:off x="3485425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53"/>
            <p:cNvSpPr/>
            <p:nvPr/>
          </p:nvSpPr>
          <p:spPr>
            <a:xfrm>
              <a:off x="3485425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53"/>
            <p:cNvSpPr/>
            <p:nvPr/>
          </p:nvSpPr>
          <p:spPr>
            <a:xfrm>
              <a:off x="3485425" y="3200643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53"/>
            <p:cNvSpPr/>
            <p:nvPr/>
          </p:nvSpPr>
          <p:spPr>
            <a:xfrm>
              <a:off x="3540091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53"/>
            <p:cNvSpPr/>
            <p:nvPr/>
          </p:nvSpPr>
          <p:spPr>
            <a:xfrm>
              <a:off x="3540091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53"/>
            <p:cNvSpPr/>
            <p:nvPr/>
          </p:nvSpPr>
          <p:spPr>
            <a:xfrm>
              <a:off x="3540091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53"/>
            <p:cNvSpPr/>
            <p:nvPr/>
          </p:nvSpPr>
          <p:spPr>
            <a:xfrm>
              <a:off x="3540091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53"/>
            <p:cNvSpPr/>
            <p:nvPr/>
          </p:nvSpPr>
          <p:spPr>
            <a:xfrm>
              <a:off x="3540091" y="309129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53"/>
            <p:cNvSpPr/>
            <p:nvPr/>
          </p:nvSpPr>
          <p:spPr>
            <a:xfrm>
              <a:off x="3540091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3"/>
            <p:cNvSpPr/>
            <p:nvPr/>
          </p:nvSpPr>
          <p:spPr>
            <a:xfrm>
              <a:off x="3540091" y="3200643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3"/>
            <p:cNvSpPr/>
            <p:nvPr/>
          </p:nvSpPr>
          <p:spPr>
            <a:xfrm>
              <a:off x="3540091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3"/>
            <p:cNvSpPr/>
            <p:nvPr/>
          </p:nvSpPr>
          <p:spPr>
            <a:xfrm>
              <a:off x="3594775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3"/>
            <p:cNvSpPr/>
            <p:nvPr/>
          </p:nvSpPr>
          <p:spPr>
            <a:xfrm>
              <a:off x="3594775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3"/>
            <p:cNvSpPr/>
            <p:nvPr/>
          </p:nvSpPr>
          <p:spPr>
            <a:xfrm>
              <a:off x="3594775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3"/>
            <p:cNvSpPr/>
            <p:nvPr/>
          </p:nvSpPr>
          <p:spPr>
            <a:xfrm>
              <a:off x="3594775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53"/>
            <p:cNvSpPr/>
            <p:nvPr/>
          </p:nvSpPr>
          <p:spPr>
            <a:xfrm>
              <a:off x="3594775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53"/>
            <p:cNvSpPr/>
            <p:nvPr/>
          </p:nvSpPr>
          <p:spPr>
            <a:xfrm>
              <a:off x="3594775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53"/>
            <p:cNvSpPr/>
            <p:nvPr/>
          </p:nvSpPr>
          <p:spPr>
            <a:xfrm>
              <a:off x="3594775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3"/>
            <p:cNvSpPr/>
            <p:nvPr/>
          </p:nvSpPr>
          <p:spPr>
            <a:xfrm>
              <a:off x="3594775" y="3309849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3"/>
            <p:cNvSpPr/>
            <p:nvPr/>
          </p:nvSpPr>
          <p:spPr>
            <a:xfrm>
              <a:off x="3594775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3"/>
            <p:cNvSpPr/>
            <p:nvPr/>
          </p:nvSpPr>
          <p:spPr>
            <a:xfrm>
              <a:off x="3594775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3"/>
            <p:cNvSpPr/>
            <p:nvPr/>
          </p:nvSpPr>
          <p:spPr>
            <a:xfrm>
              <a:off x="3649441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3"/>
            <p:cNvSpPr/>
            <p:nvPr/>
          </p:nvSpPr>
          <p:spPr>
            <a:xfrm>
              <a:off x="3649441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3"/>
            <p:cNvSpPr/>
            <p:nvPr/>
          </p:nvSpPr>
          <p:spPr>
            <a:xfrm>
              <a:off x="3649441" y="3692564"/>
              <a:ext cx="44604" cy="38202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53"/>
            <p:cNvSpPr/>
            <p:nvPr/>
          </p:nvSpPr>
          <p:spPr>
            <a:xfrm>
              <a:off x="3649441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53"/>
            <p:cNvSpPr/>
            <p:nvPr/>
          </p:nvSpPr>
          <p:spPr>
            <a:xfrm>
              <a:off x="3649441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53"/>
            <p:cNvSpPr/>
            <p:nvPr/>
          </p:nvSpPr>
          <p:spPr>
            <a:xfrm>
              <a:off x="3649441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3"/>
            <p:cNvSpPr/>
            <p:nvPr/>
          </p:nvSpPr>
          <p:spPr>
            <a:xfrm>
              <a:off x="3649441" y="3473865"/>
              <a:ext cx="44604" cy="38202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3"/>
            <p:cNvSpPr/>
            <p:nvPr/>
          </p:nvSpPr>
          <p:spPr>
            <a:xfrm>
              <a:off x="3649441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3"/>
            <p:cNvSpPr/>
            <p:nvPr/>
          </p:nvSpPr>
          <p:spPr>
            <a:xfrm>
              <a:off x="3649441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3"/>
            <p:cNvSpPr/>
            <p:nvPr/>
          </p:nvSpPr>
          <p:spPr>
            <a:xfrm>
              <a:off x="3649351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3"/>
            <p:cNvSpPr/>
            <p:nvPr/>
          </p:nvSpPr>
          <p:spPr>
            <a:xfrm>
              <a:off x="3649441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53"/>
            <p:cNvSpPr/>
            <p:nvPr/>
          </p:nvSpPr>
          <p:spPr>
            <a:xfrm>
              <a:off x="3649441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3"/>
            <p:cNvSpPr/>
            <p:nvPr/>
          </p:nvSpPr>
          <p:spPr>
            <a:xfrm>
              <a:off x="3649441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3"/>
            <p:cNvSpPr/>
            <p:nvPr/>
          </p:nvSpPr>
          <p:spPr>
            <a:xfrm>
              <a:off x="3649441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3"/>
            <p:cNvSpPr/>
            <p:nvPr/>
          </p:nvSpPr>
          <p:spPr>
            <a:xfrm>
              <a:off x="3649441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3"/>
            <p:cNvSpPr/>
            <p:nvPr/>
          </p:nvSpPr>
          <p:spPr>
            <a:xfrm>
              <a:off x="3649441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3"/>
            <p:cNvSpPr/>
            <p:nvPr/>
          </p:nvSpPr>
          <p:spPr>
            <a:xfrm>
              <a:off x="3594775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3"/>
            <p:cNvSpPr/>
            <p:nvPr/>
          </p:nvSpPr>
          <p:spPr>
            <a:xfrm>
              <a:off x="3540091" y="2982087"/>
              <a:ext cx="44640" cy="38184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3"/>
            <p:cNvSpPr/>
            <p:nvPr/>
          </p:nvSpPr>
          <p:spPr>
            <a:xfrm>
              <a:off x="3485425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3"/>
            <p:cNvSpPr/>
            <p:nvPr/>
          </p:nvSpPr>
          <p:spPr>
            <a:xfrm>
              <a:off x="4086571" y="3255166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3"/>
            <p:cNvSpPr/>
            <p:nvPr/>
          </p:nvSpPr>
          <p:spPr>
            <a:xfrm>
              <a:off x="4086571" y="32006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3"/>
            <p:cNvSpPr/>
            <p:nvPr/>
          </p:nvSpPr>
          <p:spPr>
            <a:xfrm>
              <a:off x="4086571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53"/>
            <p:cNvSpPr/>
            <p:nvPr/>
          </p:nvSpPr>
          <p:spPr>
            <a:xfrm>
              <a:off x="4031887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53"/>
            <p:cNvSpPr/>
            <p:nvPr/>
          </p:nvSpPr>
          <p:spPr>
            <a:xfrm>
              <a:off x="4031887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53"/>
            <p:cNvSpPr/>
            <p:nvPr/>
          </p:nvSpPr>
          <p:spPr>
            <a:xfrm>
              <a:off x="4031887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53"/>
            <p:cNvSpPr/>
            <p:nvPr/>
          </p:nvSpPr>
          <p:spPr>
            <a:xfrm>
              <a:off x="4031887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53"/>
            <p:cNvSpPr/>
            <p:nvPr/>
          </p:nvSpPr>
          <p:spPr>
            <a:xfrm>
              <a:off x="4031887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3"/>
            <p:cNvSpPr/>
            <p:nvPr/>
          </p:nvSpPr>
          <p:spPr>
            <a:xfrm>
              <a:off x="3977203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53"/>
            <p:cNvSpPr/>
            <p:nvPr/>
          </p:nvSpPr>
          <p:spPr>
            <a:xfrm>
              <a:off x="3977203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53"/>
            <p:cNvSpPr/>
            <p:nvPr/>
          </p:nvSpPr>
          <p:spPr>
            <a:xfrm>
              <a:off x="3977203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3"/>
            <p:cNvSpPr/>
            <p:nvPr/>
          </p:nvSpPr>
          <p:spPr>
            <a:xfrm>
              <a:off x="3977203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3"/>
            <p:cNvSpPr/>
            <p:nvPr/>
          </p:nvSpPr>
          <p:spPr>
            <a:xfrm>
              <a:off x="3977203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3"/>
            <p:cNvSpPr/>
            <p:nvPr/>
          </p:nvSpPr>
          <p:spPr>
            <a:xfrm>
              <a:off x="3922681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3"/>
            <p:cNvSpPr/>
            <p:nvPr/>
          </p:nvSpPr>
          <p:spPr>
            <a:xfrm>
              <a:off x="3922681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53"/>
            <p:cNvSpPr/>
            <p:nvPr/>
          </p:nvSpPr>
          <p:spPr>
            <a:xfrm>
              <a:off x="3922681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53"/>
            <p:cNvSpPr/>
            <p:nvPr/>
          </p:nvSpPr>
          <p:spPr>
            <a:xfrm>
              <a:off x="3922681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3"/>
            <p:cNvSpPr/>
            <p:nvPr/>
          </p:nvSpPr>
          <p:spPr>
            <a:xfrm>
              <a:off x="3922681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53"/>
            <p:cNvSpPr/>
            <p:nvPr/>
          </p:nvSpPr>
          <p:spPr>
            <a:xfrm>
              <a:off x="3922681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53"/>
            <p:cNvSpPr/>
            <p:nvPr/>
          </p:nvSpPr>
          <p:spPr>
            <a:xfrm>
              <a:off x="3922681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53"/>
            <p:cNvSpPr/>
            <p:nvPr/>
          </p:nvSpPr>
          <p:spPr>
            <a:xfrm>
              <a:off x="3922681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3"/>
            <p:cNvSpPr/>
            <p:nvPr/>
          </p:nvSpPr>
          <p:spPr>
            <a:xfrm>
              <a:off x="3868015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53"/>
            <p:cNvSpPr/>
            <p:nvPr/>
          </p:nvSpPr>
          <p:spPr>
            <a:xfrm>
              <a:off x="3868015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53"/>
            <p:cNvSpPr/>
            <p:nvPr/>
          </p:nvSpPr>
          <p:spPr>
            <a:xfrm>
              <a:off x="3868015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53"/>
            <p:cNvSpPr/>
            <p:nvPr/>
          </p:nvSpPr>
          <p:spPr>
            <a:xfrm>
              <a:off x="3868015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3"/>
            <p:cNvSpPr/>
            <p:nvPr/>
          </p:nvSpPr>
          <p:spPr>
            <a:xfrm>
              <a:off x="3813331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53"/>
            <p:cNvSpPr/>
            <p:nvPr/>
          </p:nvSpPr>
          <p:spPr>
            <a:xfrm>
              <a:off x="3813331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53"/>
            <p:cNvSpPr/>
            <p:nvPr/>
          </p:nvSpPr>
          <p:spPr>
            <a:xfrm>
              <a:off x="3813331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53"/>
            <p:cNvSpPr/>
            <p:nvPr/>
          </p:nvSpPr>
          <p:spPr>
            <a:xfrm>
              <a:off x="3813331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53"/>
            <p:cNvSpPr/>
            <p:nvPr/>
          </p:nvSpPr>
          <p:spPr>
            <a:xfrm>
              <a:off x="3813331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3"/>
            <p:cNvSpPr/>
            <p:nvPr/>
          </p:nvSpPr>
          <p:spPr>
            <a:xfrm>
              <a:off x="3758647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3"/>
            <p:cNvSpPr/>
            <p:nvPr/>
          </p:nvSpPr>
          <p:spPr>
            <a:xfrm>
              <a:off x="3758647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3"/>
            <p:cNvSpPr/>
            <p:nvPr/>
          </p:nvSpPr>
          <p:spPr>
            <a:xfrm>
              <a:off x="3758647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3"/>
            <p:cNvSpPr/>
            <p:nvPr/>
          </p:nvSpPr>
          <p:spPr>
            <a:xfrm>
              <a:off x="3704125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3"/>
            <p:cNvSpPr/>
            <p:nvPr/>
          </p:nvSpPr>
          <p:spPr>
            <a:xfrm>
              <a:off x="3704125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53"/>
            <p:cNvSpPr/>
            <p:nvPr/>
          </p:nvSpPr>
          <p:spPr>
            <a:xfrm>
              <a:off x="3704125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53"/>
            <p:cNvSpPr/>
            <p:nvPr/>
          </p:nvSpPr>
          <p:spPr>
            <a:xfrm>
              <a:off x="3649441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3"/>
            <p:cNvSpPr/>
            <p:nvPr/>
          </p:nvSpPr>
          <p:spPr>
            <a:xfrm>
              <a:off x="3649441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53"/>
            <p:cNvSpPr/>
            <p:nvPr/>
          </p:nvSpPr>
          <p:spPr>
            <a:xfrm>
              <a:off x="3649441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53"/>
            <p:cNvSpPr/>
            <p:nvPr/>
          </p:nvSpPr>
          <p:spPr>
            <a:xfrm>
              <a:off x="3649441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3"/>
            <p:cNvSpPr/>
            <p:nvPr/>
          </p:nvSpPr>
          <p:spPr>
            <a:xfrm>
              <a:off x="3594775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3"/>
            <p:cNvSpPr/>
            <p:nvPr/>
          </p:nvSpPr>
          <p:spPr>
            <a:xfrm>
              <a:off x="3594775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3"/>
            <p:cNvSpPr/>
            <p:nvPr/>
          </p:nvSpPr>
          <p:spPr>
            <a:xfrm>
              <a:off x="3594775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3"/>
            <p:cNvSpPr/>
            <p:nvPr/>
          </p:nvSpPr>
          <p:spPr>
            <a:xfrm>
              <a:off x="3594775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3"/>
            <p:cNvSpPr/>
            <p:nvPr/>
          </p:nvSpPr>
          <p:spPr>
            <a:xfrm>
              <a:off x="3594775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3"/>
            <p:cNvSpPr/>
            <p:nvPr/>
          </p:nvSpPr>
          <p:spPr>
            <a:xfrm>
              <a:off x="3594775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3"/>
            <p:cNvSpPr/>
            <p:nvPr/>
          </p:nvSpPr>
          <p:spPr>
            <a:xfrm>
              <a:off x="3594775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3"/>
            <p:cNvSpPr/>
            <p:nvPr/>
          </p:nvSpPr>
          <p:spPr>
            <a:xfrm>
              <a:off x="3594775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3"/>
            <p:cNvSpPr/>
            <p:nvPr/>
          </p:nvSpPr>
          <p:spPr>
            <a:xfrm>
              <a:off x="3540091" y="363775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3"/>
            <p:cNvSpPr/>
            <p:nvPr/>
          </p:nvSpPr>
          <p:spPr>
            <a:xfrm>
              <a:off x="3540091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3"/>
            <p:cNvSpPr/>
            <p:nvPr/>
          </p:nvSpPr>
          <p:spPr>
            <a:xfrm>
              <a:off x="3540091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3"/>
            <p:cNvSpPr/>
            <p:nvPr/>
          </p:nvSpPr>
          <p:spPr>
            <a:xfrm>
              <a:off x="3540091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53"/>
            <p:cNvSpPr/>
            <p:nvPr/>
          </p:nvSpPr>
          <p:spPr>
            <a:xfrm>
              <a:off x="3540002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3"/>
            <p:cNvSpPr/>
            <p:nvPr/>
          </p:nvSpPr>
          <p:spPr>
            <a:xfrm>
              <a:off x="3540091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3"/>
            <p:cNvSpPr/>
            <p:nvPr/>
          </p:nvSpPr>
          <p:spPr>
            <a:xfrm>
              <a:off x="3485318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3"/>
            <p:cNvSpPr/>
            <p:nvPr/>
          </p:nvSpPr>
          <p:spPr>
            <a:xfrm>
              <a:off x="3485425" y="3255166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3"/>
            <p:cNvSpPr/>
            <p:nvPr/>
          </p:nvSpPr>
          <p:spPr>
            <a:xfrm>
              <a:off x="3485425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3"/>
            <p:cNvSpPr/>
            <p:nvPr/>
          </p:nvSpPr>
          <p:spPr>
            <a:xfrm>
              <a:off x="3430742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3"/>
            <p:cNvSpPr/>
            <p:nvPr/>
          </p:nvSpPr>
          <p:spPr>
            <a:xfrm>
              <a:off x="3430742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3"/>
            <p:cNvSpPr/>
            <p:nvPr/>
          </p:nvSpPr>
          <p:spPr>
            <a:xfrm>
              <a:off x="3430742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3"/>
            <p:cNvSpPr/>
            <p:nvPr/>
          </p:nvSpPr>
          <p:spPr>
            <a:xfrm>
              <a:off x="3376076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53"/>
            <p:cNvSpPr/>
            <p:nvPr/>
          </p:nvSpPr>
          <p:spPr>
            <a:xfrm>
              <a:off x="3376076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53"/>
            <p:cNvSpPr/>
            <p:nvPr/>
          </p:nvSpPr>
          <p:spPr>
            <a:xfrm>
              <a:off x="3376076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3"/>
            <p:cNvSpPr/>
            <p:nvPr/>
          </p:nvSpPr>
          <p:spPr>
            <a:xfrm>
              <a:off x="3321392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3"/>
            <p:cNvSpPr/>
            <p:nvPr/>
          </p:nvSpPr>
          <p:spPr>
            <a:xfrm>
              <a:off x="3321392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3"/>
            <p:cNvSpPr/>
            <p:nvPr/>
          </p:nvSpPr>
          <p:spPr>
            <a:xfrm>
              <a:off x="3321392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3"/>
            <p:cNvSpPr/>
            <p:nvPr/>
          </p:nvSpPr>
          <p:spPr>
            <a:xfrm>
              <a:off x="3321392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3"/>
            <p:cNvSpPr/>
            <p:nvPr/>
          </p:nvSpPr>
          <p:spPr>
            <a:xfrm>
              <a:off x="3266870" y="3200643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3"/>
            <p:cNvSpPr/>
            <p:nvPr/>
          </p:nvSpPr>
          <p:spPr>
            <a:xfrm>
              <a:off x="3266870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53"/>
            <p:cNvSpPr/>
            <p:nvPr/>
          </p:nvSpPr>
          <p:spPr>
            <a:xfrm>
              <a:off x="3266870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53"/>
            <p:cNvSpPr/>
            <p:nvPr/>
          </p:nvSpPr>
          <p:spPr>
            <a:xfrm>
              <a:off x="3266870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53"/>
            <p:cNvSpPr/>
            <p:nvPr/>
          </p:nvSpPr>
          <p:spPr>
            <a:xfrm>
              <a:off x="3212186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3"/>
            <p:cNvSpPr/>
            <p:nvPr/>
          </p:nvSpPr>
          <p:spPr>
            <a:xfrm>
              <a:off x="3212186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3"/>
            <p:cNvSpPr/>
            <p:nvPr/>
          </p:nvSpPr>
          <p:spPr>
            <a:xfrm>
              <a:off x="3212186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3"/>
            <p:cNvSpPr/>
            <p:nvPr/>
          </p:nvSpPr>
          <p:spPr>
            <a:xfrm>
              <a:off x="3212186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3"/>
            <p:cNvSpPr/>
            <p:nvPr/>
          </p:nvSpPr>
          <p:spPr>
            <a:xfrm>
              <a:off x="3157520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3"/>
            <p:cNvSpPr/>
            <p:nvPr/>
          </p:nvSpPr>
          <p:spPr>
            <a:xfrm>
              <a:off x="3157520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3"/>
            <p:cNvSpPr/>
            <p:nvPr/>
          </p:nvSpPr>
          <p:spPr>
            <a:xfrm>
              <a:off x="3157520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3"/>
            <p:cNvSpPr/>
            <p:nvPr/>
          </p:nvSpPr>
          <p:spPr>
            <a:xfrm>
              <a:off x="3157520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3"/>
            <p:cNvSpPr/>
            <p:nvPr/>
          </p:nvSpPr>
          <p:spPr>
            <a:xfrm>
              <a:off x="3157520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3"/>
            <p:cNvSpPr/>
            <p:nvPr/>
          </p:nvSpPr>
          <p:spPr>
            <a:xfrm>
              <a:off x="3868015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3"/>
            <p:cNvSpPr/>
            <p:nvPr/>
          </p:nvSpPr>
          <p:spPr>
            <a:xfrm>
              <a:off x="3102836" y="172513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3"/>
            <p:cNvSpPr/>
            <p:nvPr/>
          </p:nvSpPr>
          <p:spPr>
            <a:xfrm>
              <a:off x="3048314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3"/>
            <p:cNvSpPr/>
            <p:nvPr/>
          </p:nvSpPr>
          <p:spPr>
            <a:xfrm>
              <a:off x="3977203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3"/>
            <p:cNvSpPr/>
            <p:nvPr/>
          </p:nvSpPr>
          <p:spPr>
            <a:xfrm>
              <a:off x="3977203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3"/>
            <p:cNvSpPr/>
            <p:nvPr/>
          </p:nvSpPr>
          <p:spPr>
            <a:xfrm>
              <a:off x="3977203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3"/>
            <p:cNvSpPr/>
            <p:nvPr/>
          </p:nvSpPr>
          <p:spPr>
            <a:xfrm>
              <a:off x="3977203" y="227159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3"/>
            <p:cNvSpPr/>
            <p:nvPr/>
          </p:nvSpPr>
          <p:spPr>
            <a:xfrm>
              <a:off x="3977203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3"/>
            <p:cNvSpPr/>
            <p:nvPr/>
          </p:nvSpPr>
          <p:spPr>
            <a:xfrm>
              <a:off x="3977203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3"/>
            <p:cNvSpPr/>
            <p:nvPr/>
          </p:nvSpPr>
          <p:spPr>
            <a:xfrm>
              <a:off x="3977203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3"/>
            <p:cNvSpPr/>
            <p:nvPr/>
          </p:nvSpPr>
          <p:spPr>
            <a:xfrm>
              <a:off x="3704125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3"/>
            <p:cNvSpPr/>
            <p:nvPr/>
          </p:nvSpPr>
          <p:spPr>
            <a:xfrm>
              <a:off x="3704125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3"/>
            <p:cNvSpPr/>
            <p:nvPr/>
          </p:nvSpPr>
          <p:spPr>
            <a:xfrm>
              <a:off x="3485425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3"/>
            <p:cNvSpPr/>
            <p:nvPr/>
          </p:nvSpPr>
          <p:spPr>
            <a:xfrm>
              <a:off x="3540091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3"/>
            <p:cNvSpPr/>
            <p:nvPr/>
          </p:nvSpPr>
          <p:spPr>
            <a:xfrm>
              <a:off x="3540091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3"/>
            <p:cNvSpPr/>
            <p:nvPr/>
          </p:nvSpPr>
          <p:spPr>
            <a:xfrm>
              <a:off x="3594775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3"/>
            <p:cNvSpPr/>
            <p:nvPr/>
          </p:nvSpPr>
          <p:spPr>
            <a:xfrm>
              <a:off x="3649441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53"/>
            <p:cNvSpPr/>
            <p:nvPr/>
          </p:nvSpPr>
          <p:spPr>
            <a:xfrm>
              <a:off x="3649441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3"/>
            <p:cNvSpPr/>
            <p:nvPr/>
          </p:nvSpPr>
          <p:spPr>
            <a:xfrm>
              <a:off x="3704125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3"/>
            <p:cNvSpPr/>
            <p:nvPr/>
          </p:nvSpPr>
          <p:spPr>
            <a:xfrm>
              <a:off x="3704125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3"/>
            <p:cNvSpPr/>
            <p:nvPr/>
          </p:nvSpPr>
          <p:spPr>
            <a:xfrm>
              <a:off x="3758647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3"/>
            <p:cNvSpPr/>
            <p:nvPr/>
          </p:nvSpPr>
          <p:spPr>
            <a:xfrm>
              <a:off x="3758647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3"/>
            <p:cNvSpPr/>
            <p:nvPr/>
          </p:nvSpPr>
          <p:spPr>
            <a:xfrm>
              <a:off x="3758647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3"/>
            <p:cNvSpPr/>
            <p:nvPr/>
          </p:nvSpPr>
          <p:spPr>
            <a:xfrm>
              <a:off x="3758647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3"/>
            <p:cNvSpPr/>
            <p:nvPr/>
          </p:nvSpPr>
          <p:spPr>
            <a:xfrm>
              <a:off x="3813331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3"/>
            <p:cNvSpPr/>
            <p:nvPr/>
          </p:nvSpPr>
          <p:spPr>
            <a:xfrm>
              <a:off x="3813331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3"/>
            <p:cNvSpPr/>
            <p:nvPr/>
          </p:nvSpPr>
          <p:spPr>
            <a:xfrm>
              <a:off x="3813331" y="227159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3"/>
            <p:cNvSpPr/>
            <p:nvPr/>
          </p:nvSpPr>
          <p:spPr>
            <a:xfrm>
              <a:off x="3813331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3"/>
            <p:cNvSpPr/>
            <p:nvPr/>
          </p:nvSpPr>
          <p:spPr>
            <a:xfrm>
              <a:off x="3813331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3"/>
            <p:cNvSpPr/>
            <p:nvPr/>
          </p:nvSpPr>
          <p:spPr>
            <a:xfrm>
              <a:off x="3813331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3"/>
            <p:cNvSpPr/>
            <p:nvPr/>
          </p:nvSpPr>
          <p:spPr>
            <a:xfrm>
              <a:off x="3868015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3"/>
            <p:cNvSpPr/>
            <p:nvPr/>
          </p:nvSpPr>
          <p:spPr>
            <a:xfrm>
              <a:off x="3868015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3"/>
            <p:cNvSpPr/>
            <p:nvPr/>
          </p:nvSpPr>
          <p:spPr>
            <a:xfrm>
              <a:off x="3868015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3"/>
            <p:cNvSpPr/>
            <p:nvPr/>
          </p:nvSpPr>
          <p:spPr>
            <a:xfrm>
              <a:off x="3868015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3"/>
            <p:cNvSpPr/>
            <p:nvPr/>
          </p:nvSpPr>
          <p:spPr>
            <a:xfrm>
              <a:off x="3868015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3"/>
            <p:cNvSpPr/>
            <p:nvPr/>
          </p:nvSpPr>
          <p:spPr>
            <a:xfrm>
              <a:off x="3868015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3"/>
            <p:cNvSpPr/>
            <p:nvPr/>
          </p:nvSpPr>
          <p:spPr>
            <a:xfrm>
              <a:off x="3868015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3"/>
            <p:cNvSpPr/>
            <p:nvPr/>
          </p:nvSpPr>
          <p:spPr>
            <a:xfrm>
              <a:off x="3922681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53"/>
            <p:cNvSpPr/>
            <p:nvPr/>
          </p:nvSpPr>
          <p:spPr>
            <a:xfrm>
              <a:off x="3922681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3"/>
            <p:cNvSpPr/>
            <p:nvPr/>
          </p:nvSpPr>
          <p:spPr>
            <a:xfrm>
              <a:off x="3922681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3"/>
            <p:cNvSpPr/>
            <p:nvPr/>
          </p:nvSpPr>
          <p:spPr>
            <a:xfrm>
              <a:off x="3922681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3"/>
            <p:cNvSpPr/>
            <p:nvPr/>
          </p:nvSpPr>
          <p:spPr>
            <a:xfrm>
              <a:off x="3922681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53"/>
            <p:cNvSpPr/>
            <p:nvPr/>
          </p:nvSpPr>
          <p:spPr>
            <a:xfrm>
              <a:off x="3922681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53"/>
            <p:cNvSpPr/>
            <p:nvPr/>
          </p:nvSpPr>
          <p:spPr>
            <a:xfrm>
              <a:off x="3922681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53"/>
            <p:cNvSpPr/>
            <p:nvPr/>
          </p:nvSpPr>
          <p:spPr>
            <a:xfrm>
              <a:off x="3922681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3"/>
            <p:cNvSpPr/>
            <p:nvPr/>
          </p:nvSpPr>
          <p:spPr>
            <a:xfrm>
              <a:off x="3977203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3"/>
            <p:cNvSpPr/>
            <p:nvPr/>
          </p:nvSpPr>
          <p:spPr>
            <a:xfrm>
              <a:off x="4031887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3"/>
            <p:cNvSpPr/>
            <p:nvPr/>
          </p:nvSpPr>
          <p:spPr>
            <a:xfrm>
              <a:off x="4031887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3"/>
            <p:cNvSpPr/>
            <p:nvPr/>
          </p:nvSpPr>
          <p:spPr>
            <a:xfrm>
              <a:off x="4031887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3"/>
            <p:cNvSpPr/>
            <p:nvPr/>
          </p:nvSpPr>
          <p:spPr>
            <a:xfrm>
              <a:off x="4031887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3"/>
            <p:cNvSpPr/>
            <p:nvPr/>
          </p:nvSpPr>
          <p:spPr>
            <a:xfrm>
              <a:off x="4031887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3"/>
            <p:cNvSpPr/>
            <p:nvPr/>
          </p:nvSpPr>
          <p:spPr>
            <a:xfrm>
              <a:off x="4031887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3"/>
            <p:cNvSpPr/>
            <p:nvPr/>
          </p:nvSpPr>
          <p:spPr>
            <a:xfrm>
              <a:off x="4031887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3"/>
            <p:cNvSpPr/>
            <p:nvPr/>
          </p:nvSpPr>
          <p:spPr>
            <a:xfrm>
              <a:off x="4031887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3"/>
            <p:cNvSpPr/>
            <p:nvPr/>
          </p:nvSpPr>
          <p:spPr>
            <a:xfrm>
              <a:off x="4031887" y="2053036"/>
              <a:ext cx="44730" cy="38202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3"/>
            <p:cNvSpPr/>
            <p:nvPr/>
          </p:nvSpPr>
          <p:spPr>
            <a:xfrm>
              <a:off x="3977203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3"/>
            <p:cNvSpPr/>
            <p:nvPr/>
          </p:nvSpPr>
          <p:spPr>
            <a:xfrm>
              <a:off x="3922681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3"/>
            <p:cNvSpPr/>
            <p:nvPr/>
          </p:nvSpPr>
          <p:spPr>
            <a:xfrm>
              <a:off x="3922681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3"/>
            <p:cNvSpPr/>
            <p:nvPr/>
          </p:nvSpPr>
          <p:spPr>
            <a:xfrm>
              <a:off x="3868015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3"/>
            <p:cNvSpPr/>
            <p:nvPr/>
          </p:nvSpPr>
          <p:spPr>
            <a:xfrm>
              <a:off x="3868015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3"/>
            <p:cNvSpPr/>
            <p:nvPr/>
          </p:nvSpPr>
          <p:spPr>
            <a:xfrm>
              <a:off x="3868015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3"/>
            <p:cNvSpPr/>
            <p:nvPr/>
          </p:nvSpPr>
          <p:spPr>
            <a:xfrm>
              <a:off x="3868015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3"/>
            <p:cNvSpPr/>
            <p:nvPr/>
          </p:nvSpPr>
          <p:spPr>
            <a:xfrm>
              <a:off x="3813331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3"/>
            <p:cNvSpPr/>
            <p:nvPr/>
          </p:nvSpPr>
          <p:spPr>
            <a:xfrm>
              <a:off x="3813331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53"/>
            <p:cNvSpPr/>
            <p:nvPr/>
          </p:nvSpPr>
          <p:spPr>
            <a:xfrm>
              <a:off x="3813331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3"/>
            <p:cNvSpPr/>
            <p:nvPr/>
          </p:nvSpPr>
          <p:spPr>
            <a:xfrm>
              <a:off x="3813331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53"/>
            <p:cNvSpPr/>
            <p:nvPr/>
          </p:nvSpPr>
          <p:spPr>
            <a:xfrm>
              <a:off x="3813331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53"/>
            <p:cNvSpPr/>
            <p:nvPr/>
          </p:nvSpPr>
          <p:spPr>
            <a:xfrm>
              <a:off x="3813331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53"/>
            <p:cNvSpPr/>
            <p:nvPr/>
          </p:nvSpPr>
          <p:spPr>
            <a:xfrm>
              <a:off x="3758647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3"/>
            <p:cNvSpPr/>
            <p:nvPr/>
          </p:nvSpPr>
          <p:spPr>
            <a:xfrm>
              <a:off x="3758647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3"/>
            <p:cNvSpPr/>
            <p:nvPr/>
          </p:nvSpPr>
          <p:spPr>
            <a:xfrm>
              <a:off x="3758647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3"/>
            <p:cNvSpPr/>
            <p:nvPr/>
          </p:nvSpPr>
          <p:spPr>
            <a:xfrm>
              <a:off x="3758647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3"/>
            <p:cNvSpPr/>
            <p:nvPr/>
          </p:nvSpPr>
          <p:spPr>
            <a:xfrm>
              <a:off x="3758647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3"/>
            <p:cNvSpPr/>
            <p:nvPr/>
          </p:nvSpPr>
          <p:spPr>
            <a:xfrm>
              <a:off x="3758647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3"/>
            <p:cNvSpPr/>
            <p:nvPr/>
          </p:nvSpPr>
          <p:spPr>
            <a:xfrm>
              <a:off x="3758647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3"/>
            <p:cNvSpPr/>
            <p:nvPr/>
          </p:nvSpPr>
          <p:spPr>
            <a:xfrm>
              <a:off x="3758647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3"/>
            <p:cNvSpPr/>
            <p:nvPr/>
          </p:nvSpPr>
          <p:spPr>
            <a:xfrm>
              <a:off x="3704125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3"/>
            <p:cNvSpPr/>
            <p:nvPr/>
          </p:nvSpPr>
          <p:spPr>
            <a:xfrm>
              <a:off x="3704125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3"/>
            <p:cNvSpPr/>
            <p:nvPr/>
          </p:nvSpPr>
          <p:spPr>
            <a:xfrm>
              <a:off x="3704125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3"/>
            <p:cNvSpPr/>
            <p:nvPr/>
          </p:nvSpPr>
          <p:spPr>
            <a:xfrm>
              <a:off x="3704125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3"/>
            <p:cNvSpPr/>
            <p:nvPr/>
          </p:nvSpPr>
          <p:spPr>
            <a:xfrm>
              <a:off x="3704125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3"/>
            <p:cNvSpPr/>
            <p:nvPr/>
          </p:nvSpPr>
          <p:spPr>
            <a:xfrm>
              <a:off x="3704125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3"/>
            <p:cNvSpPr/>
            <p:nvPr/>
          </p:nvSpPr>
          <p:spPr>
            <a:xfrm>
              <a:off x="3704125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53"/>
            <p:cNvSpPr/>
            <p:nvPr/>
          </p:nvSpPr>
          <p:spPr>
            <a:xfrm>
              <a:off x="3704125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3"/>
            <p:cNvSpPr/>
            <p:nvPr/>
          </p:nvSpPr>
          <p:spPr>
            <a:xfrm>
              <a:off x="3704125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53"/>
            <p:cNvSpPr/>
            <p:nvPr/>
          </p:nvSpPr>
          <p:spPr>
            <a:xfrm>
              <a:off x="3649441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53"/>
            <p:cNvSpPr/>
            <p:nvPr/>
          </p:nvSpPr>
          <p:spPr>
            <a:xfrm>
              <a:off x="3649441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3"/>
            <p:cNvSpPr/>
            <p:nvPr/>
          </p:nvSpPr>
          <p:spPr>
            <a:xfrm>
              <a:off x="3649441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53"/>
            <p:cNvSpPr/>
            <p:nvPr/>
          </p:nvSpPr>
          <p:spPr>
            <a:xfrm>
              <a:off x="3649441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53"/>
            <p:cNvSpPr/>
            <p:nvPr/>
          </p:nvSpPr>
          <p:spPr>
            <a:xfrm>
              <a:off x="3649441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53"/>
            <p:cNvSpPr/>
            <p:nvPr/>
          </p:nvSpPr>
          <p:spPr>
            <a:xfrm>
              <a:off x="3649441" y="2053036"/>
              <a:ext cx="44604" cy="38202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3"/>
            <p:cNvSpPr/>
            <p:nvPr/>
          </p:nvSpPr>
          <p:spPr>
            <a:xfrm>
              <a:off x="3649441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3"/>
            <p:cNvSpPr/>
            <p:nvPr/>
          </p:nvSpPr>
          <p:spPr>
            <a:xfrm>
              <a:off x="3649441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3"/>
            <p:cNvSpPr/>
            <p:nvPr/>
          </p:nvSpPr>
          <p:spPr>
            <a:xfrm>
              <a:off x="3649441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3"/>
            <p:cNvSpPr/>
            <p:nvPr/>
          </p:nvSpPr>
          <p:spPr>
            <a:xfrm>
              <a:off x="3649441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53"/>
            <p:cNvSpPr/>
            <p:nvPr/>
          </p:nvSpPr>
          <p:spPr>
            <a:xfrm>
              <a:off x="3594775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3"/>
            <p:cNvSpPr/>
            <p:nvPr/>
          </p:nvSpPr>
          <p:spPr>
            <a:xfrm>
              <a:off x="3594775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3"/>
            <p:cNvSpPr/>
            <p:nvPr/>
          </p:nvSpPr>
          <p:spPr>
            <a:xfrm>
              <a:off x="3594775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3"/>
            <p:cNvSpPr/>
            <p:nvPr/>
          </p:nvSpPr>
          <p:spPr>
            <a:xfrm>
              <a:off x="3594775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53"/>
            <p:cNvSpPr/>
            <p:nvPr/>
          </p:nvSpPr>
          <p:spPr>
            <a:xfrm>
              <a:off x="3594775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3"/>
            <p:cNvSpPr/>
            <p:nvPr/>
          </p:nvSpPr>
          <p:spPr>
            <a:xfrm>
              <a:off x="3594775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53"/>
            <p:cNvSpPr/>
            <p:nvPr/>
          </p:nvSpPr>
          <p:spPr>
            <a:xfrm>
              <a:off x="3594775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53"/>
            <p:cNvSpPr/>
            <p:nvPr/>
          </p:nvSpPr>
          <p:spPr>
            <a:xfrm>
              <a:off x="3594775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3"/>
            <p:cNvSpPr/>
            <p:nvPr/>
          </p:nvSpPr>
          <p:spPr>
            <a:xfrm>
              <a:off x="3594775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3"/>
            <p:cNvSpPr/>
            <p:nvPr/>
          </p:nvSpPr>
          <p:spPr>
            <a:xfrm>
              <a:off x="3594775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3"/>
            <p:cNvSpPr/>
            <p:nvPr/>
          </p:nvSpPr>
          <p:spPr>
            <a:xfrm>
              <a:off x="3594775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3"/>
            <p:cNvSpPr/>
            <p:nvPr/>
          </p:nvSpPr>
          <p:spPr>
            <a:xfrm>
              <a:off x="3540091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3"/>
            <p:cNvSpPr/>
            <p:nvPr/>
          </p:nvSpPr>
          <p:spPr>
            <a:xfrm>
              <a:off x="3540091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3"/>
            <p:cNvSpPr/>
            <p:nvPr/>
          </p:nvSpPr>
          <p:spPr>
            <a:xfrm>
              <a:off x="3540091" y="2271592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3"/>
            <p:cNvSpPr/>
            <p:nvPr/>
          </p:nvSpPr>
          <p:spPr>
            <a:xfrm>
              <a:off x="3540091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3"/>
            <p:cNvSpPr/>
            <p:nvPr/>
          </p:nvSpPr>
          <p:spPr>
            <a:xfrm>
              <a:off x="3540091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3"/>
            <p:cNvSpPr/>
            <p:nvPr/>
          </p:nvSpPr>
          <p:spPr>
            <a:xfrm>
              <a:off x="3540091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3"/>
            <p:cNvSpPr/>
            <p:nvPr/>
          </p:nvSpPr>
          <p:spPr>
            <a:xfrm>
              <a:off x="3540091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3"/>
            <p:cNvSpPr/>
            <p:nvPr/>
          </p:nvSpPr>
          <p:spPr>
            <a:xfrm>
              <a:off x="3540091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3"/>
            <p:cNvSpPr/>
            <p:nvPr/>
          </p:nvSpPr>
          <p:spPr>
            <a:xfrm>
              <a:off x="3540091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3"/>
            <p:cNvSpPr/>
            <p:nvPr/>
          </p:nvSpPr>
          <p:spPr>
            <a:xfrm>
              <a:off x="3485425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3"/>
            <p:cNvSpPr/>
            <p:nvPr/>
          </p:nvSpPr>
          <p:spPr>
            <a:xfrm>
              <a:off x="3485425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3"/>
            <p:cNvSpPr/>
            <p:nvPr/>
          </p:nvSpPr>
          <p:spPr>
            <a:xfrm>
              <a:off x="3485425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3"/>
            <p:cNvSpPr/>
            <p:nvPr/>
          </p:nvSpPr>
          <p:spPr>
            <a:xfrm>
              <a:off x="3485425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3"/>
            <p:cNvSpPr/>
            <p:nvPr/>
          </p:nvSpPr>
          <p:spPr>
            <a:xfrm>
              <a:off x="3485425" y="2053036"/>
              <a:ext cx="44586" cy="38202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3"/>
            <p:cNvSpPr/>
            <p:nvPr/>
          </p:nvSpPr>
          <p:spPr>
            <a:xfrm>
              <a:off x="3430742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3"/>
            <p:cNvSpPr/>
            <p:nvPr/>
          </p:nvSpPr>
          <p:spPr>
            <a:xfrm>
              <a:off x="3430742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3"/>
            <p:cNvSpPr/>
            <p:nvPr/>
          </p:nvSpPr>
          <p:spPr>
            <a:xfrm>
              <a:off x="3430742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3"/>
            <p:cNvSpPr/>
            <p:nvPr/>
          </p:nvSpPr>
          <p:spPr>
            <a:xfrm>
              <a:off x="3430742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3"/>
            <p:cNvSpPr/>
            <p:nvPr/>
          </p:nvSpPr>
          <p:spPr>
            <a:xfrm>
              <a:off x="3430742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53"/>
            <p:cNvSpPr/>
            <p:nvPr/>
          </p:nvSpPr>
          <p:spPr>
            <a:xfrm>
              <a:off x="3376076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53"/>
            <p:cNvSpPr/>
            <p:nvPr/>
          </p:nvSpPr>
          <p:spPr>
            <a:xfrm>
              <a:off x="3376076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3"/>
            <p:cNvSpPr/>
            <p:nvPr/>
          </p:nvSpPr>
          <p:spPr>
            <a:xfrm>
              <a:off x="3376076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3"/>
            <p:cNvSpPr/>
            <p:nvPr/>
          </p:nvSpPr>
          <p:spPr>
            <a:xfrm>
              <a:off x="3376076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53"/>
            <p:cNvSpPr/>
            <p:nvPr/>
          </p:nvSpPr>
          <p:spPr>
            <a:xfrm>
              <a:off x="3376076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3"/>
            <p:cNvSpPr/>
            <p:nvPr/>
          </p:nvSpPr>
          <p:spPr>
            <a:xfrm>
              <a:off x="3376076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53"/>
            <p:cNvSpPr/>
            <p:nvPr/>
          </p:nvSpPr>
          <p:spPr>
            <a:xfrm>
              <a:off x="3376076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3"/>
            <p:cNvSpPr/>
            <p:nvPr/>
          </p:nvSpPr>
          <p:spPr>
            <a:xfrm>
              <a:off x="3321392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3"/>
            <p:cNvSpPr/>
            <p:nvPr/>
          </p:nvSpPr>
          <p:spPr>
            <a:xfrm>
              <a:off x="3321392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3"/>
            <p:cNvSpPr/>
            <p:nvPr/>
          </p:nvSpPr>
          <p:spPr>
            <a:xfrm>
              <a:off x="3321392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3"/>
            <p:cNvSpPr/>
            <p:nvPr/>
          </p:nvSpPr>
          <p:spPr>
            <a:xfrm>
              <a:off x="3321392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3"/>
            <p:cNvSpPr/>
            <p:nvPr/>
          </p:nvSpPr>
          <p:spPr>
            <a:xfrm>
              <a:off x="3321392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3"/>
            <p:cNvSpPr/>
            <p:nvPr/>
          </p:nvSpPr>
          <p:spPr>
            <a:xfrm>
              <a:off x="3321392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3"/>
            <p:cNvSpPr/>
            <p:nvPr/>
          </p:nvSpPr>
          <p:spPr>
            <a:xfrm>
              <a:off x="3321392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53"/>
            <p:cNvSpPr/>
            <p:nvPr/>
          </p:nvSpPr>
          <p:spPr>
            <a:xfrm>
              <a:off x="3266870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3"/>
            <p:cNvSpPr/>
            <p:nvPr/>
          </p:nvSpPr>
          <p:spPr>
            <a:xfrm>
              <a:off x="3266870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53"/>
            <p:cNvSpPr/>
            <p:nvPr/>
          </p:nvSpPr>
          <p:spPr>
            <a:xfrm>
              <a:off x="3266870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3"/>
            <p:cNvSpPr/>
            <p:nvPr/>
          </p:nvSpPr>
          <p:spPr>
            <a:xfrm>
              <a:off x="3266870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3"/>
            <p:cNvSpPr/>
            <p:nvPr/>
          </p:nvSpPr>
          <p:spPr>
            <a:xfrm>
              <a:off x="3212186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3"/>
            <p:cNvSpPr/>
            <p:nvPr/>
          </p:nvSpPr>
          <p:spPr>
            <a:xfrm>
              <a:off x="3102836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3"/>
            <p:cNvSpPr/>
            <p:nvPr/>
          </p:nvSpPr>
          <p:spPr>
            <a:xfrm>
              <a:off x="3048314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3"/>
            <p:cNvSpPr/>
            <p:nvPr/>
          </p:nvSpPr>
          <p:spPr>
            <a:xfrm>
              <a:off x="3048314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3"/>
            <p:cNvSpPr/>
            <p:nvPr/>
          </p:nvSpPr>
          <p:spPr>
            <a:xfrm>
              <a:off x="2993630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3"/>
            <p:cNvSpPr/>
            <p:nvPr/>
          </p:nvSpPr>
          <p:spPr>
            <a:xfrm>
              <a:off x="2993630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3"/>
            <p:cNvSpPr/>
            <p:nvPr/>
          </p:nvSpPr>
          <p:spPr>
            <a:xfrm>
              <a:off x="2993630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3"/>
            <p:cNvSpPr/>
            <p:nvPr/>
          </p:nvSpPr>
          <p:spPr>
            <a:xfrm>
              <a:off x="2993630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3"/>
            <p:cNvSpPr/>
            <p:nvPr/>
          </p:nvSpPr>
          <p:spPr>
            <a:xfrm>
              <a:off x="2993630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3"/>
            <p:cNvSpPr/>
            <p:nvPr/>
          </p:nvSpPr>
          <p:spPr>
            <a:xfrm>
              <a:off x="2993630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3"/>
            <p:cNvSpPr/>
            <p:nvPr/>
          </p:nvSpPr>
          <p:spPr>
            <a:xfrm>
              <a:off x="2938964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3"/>
            <p:cNvSpPr/>
            <p:nvPr/>
          </p:nvSpPr>
          <p:spPr>
            <a:xfrm>
              <a:off x="2938964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3"/>
            <p:cNvSpPr/>
            <p:nvPr/>
          </p:nvSpPr>
          <p:spPr>
            <a:xfrm>
              <a:off x="2938964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3"/>
            <p:cNvSpPr/>
            <p:nvPr/>
          </p:nvSpPr>
          <p:spPr>
            <a:xfrm>
              <a:off x="2938964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3"/>
            <p:cNvSpPr/>
            <p:nvPr/>
          </p:nvSpPr>
          <p:spPr>
            <a:xfrm>
              <a:off x="2938964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3"/>
            <p:cNvSpPr/>
            <p:nvPr/>
          </p:nvSpPr>
          <p:spPr>
            <a:xfrm>
              <a:off x="2938964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3"/>
            <p:cNvSpPr/>
            <p:nvPr/>
          </p:nvSpPr>
          <p:spPr>
            <a:xfrm>
              <a:off x="2938964" y="167046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3"/>
            <p:cNvSpPr/>
            <p:nvPr/>
          </p:nvSpPr>
          <p:spPr>
            <a:xfrm>
              <a:off x="2884280" y="2053036"/>
              <a:ext cx="44586" cy="38202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3"/>
            <p:cNvSpPr/>
            <p:nvPr/>
          </p:nvSpPr>
          <p:spPr>
            <a:xfrm>
              <a:off x="2884280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3"/>
            <p:cNvSpPr/>
            <p:nvPr/>
          </p:nvSpPr>
          <p:spPr>
            <a:xfrm>
              <a:off x="2884280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3"/>
            <p:cNvSpPr/>
            <p:nvPr/>
          </p:nvSpPr>
          <p:spPr>
            <a:xfrm>
              <a:off x="2884280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3"/>
            <p:cNvSpPr/>
            <p:nvPr/>
          </p:nvSpPr>
          <p:spPr>
            <a:xfrm>
              <a:off x="2884280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3"/>
            <p:cNvSpPr/>
            <p:nvPr/>
          </p:nvSpPr>
          <p:spPr>
            <a:xfrm>
              <a:off x="2884280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3"/>
            <p:cNvSpPr/>
            <p:nvPr/>
          </p:nvSpPr>
          <p:spPr>
            <a:xfrm>
              <a:off x="2884280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3"/>
            <p:cNvSpPr/>
            <p:nvPr/>
          </p:nvSpPr>
          <p:spPr>
            <a:xfrm>
              <a:off x="2884280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3"/>
            <p:cNvSpPr/>
            <p:nvPr/>
          </p:nvSpPr>
          <p:spPr>
            <a:xfrm>
              <a:off x="2829614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3"/>
            <p:cNvSpPr/>
            <p:nvPr/>
          </p:nvSpPr>
          <p:spPr>
            <a:xfrm>
              <a:off x="2829614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3"/>
            <p:cNvSpPr/>
            <p:nvPr/>
          </p:nvSpPr>
          <p:spPr>
            <a:xfrm>
              <a:off x="2829614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3"/>
            <p:cNvSpPr/>
            <p:nvPr/>
          </p:nvSpPr>
          <p:spPr>
            <a:xfrm>
              <a:off x="2829614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3"/>
            <p:cNvSpPr/>
            <p:nvPr/>
          </p:nvSpPr>
          <p:spPr>
            <a:xfrm>
              <a:off x="2829614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3"/>
            <p:cNvSpPr/>
            <p:nvPr/>
          </p:nvSpPr>
          <p:spPr>
            <a:xfrm>
              <a:off x="2829614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3"/>
            <p:cNvSpPr/>
            <p:nvPr/>
          </p:nvSpPr>
          <p:spPr>
            <a:xfrm>
              <a:off x="2829614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3"/>
            <p:cNvSpPr/>
            <p:nvPr/>
          </p:nvSpPr>
          <p:spPr>
            <a:xfrm>
              <a:off x="2829614" y="167046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3"/>
            <p:cNvSpPr/>
            <p:nvPr/>
          </p:nvSpPr>
          <p:spPr>
            <a:xfrm>
              <a:off x="2775074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3"/>
            <p:cNvSpPr/>
            <p:nvPr/>
          </p:nvSpPr>
          <p:spPr>
            <a:xfrm>
              <a:off x="277507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3"/>
            <p:cNvSpPr/>
            <p:nvPr/>
          </p:nvSpPr>
          <p:spPr>
            <a:xfrm>
              <a:off x="277507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3"/>
            <p:cNvSpPr/>
            <p:nvPr/>
          </p:nvSpPr>
          <p:spPr>
            <a:xfrm>
              <a:off x="2775074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3"/>
            <p:cNvSpPr/>
            <p:nvPr/>
          </p:nvSpPr>
          <p:spPr>
            <a:xfrm>
              <a:off x="2775074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3"/>
            <p:cNvSpPr/>
            <p:nvPr/>
          </p:nvSpPr>
          <p:spPr>
            <a:xfrm>
              <a:off x="2775074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3"/>
            <p:cNvSpPr/>
            <p:nvPr/>
          </p:nvSpPr>
          <p:spPr>
            <a:xfrm>
              <a:off x="2775074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3"/>
            <p:cNvSpPr/>
            <p:nvPr/>
          </p:nvSpPr>
          <p:spPr>
            <a:xfrm>
              <a:off x="2775074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3"/>
            <p:cNvSpPr/>
            <p:nvPr/>
          </p:nvSpPr>
          <p:spPr>
            <a:xfrm>
              <a:off x="2720408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3"/>
            <p:cNvSpPr/>
            <p:nvPr/>
          </p:nvSpPr>
          <p:spPr>
            <a:xfrm>
              <a:off x="2720408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3"/>
            <p:cNvSpPr/>
            <p:nvPr/>
          </p:nvSpPr>
          <p:spPr>
            <a:xfrm>
              <a:off x="2720408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3"/>
            <p:cNvSpPr/>
            <p:nvPr/>
          </p:nvSpPr>
          <p:spPr>
            <a:xfrm>
              <a:off x="2720408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3"/>
            <p:cNvSpPr/>
            <p:nvPr/>
          </p:nvSpPr>
          <p:spPr>
            <a:xfrm>
              <a:off x="2720408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3"/>
            <p:cNvSpPr/>
            <p:nvPr/>
          </p:nvSpPr>
          <p:spPr>
            <a:xfrm>
              <a:off x="2720408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3"/>
            <p:cNvSpPr/>
            <p:nvPr/>
          </p:nvSpPr>
          <p:spPr>
            <a:xfrm>
              <a:off x="2720408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3"/>
            <p:cNvSpPr/>
            <p:nvPr/>
          </p:nvSpPr>
          <p:spPr>
            <a:xfrm>
              <a:off x="2720408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3"/>
            <p:cNvSpPr/>
            <p:nvPr/>
          </p:nvSpPr>
          <p:spPr>
            <a:xfrm>
              <a:off x="2720408" y="167046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3"/>
            <p:cNvSpPr/>
            <p:nvPr/>
          </p:nvSpPr>
          <p:spPr>
            <a:xfrm>
              <a:off x="2665724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3"/>
            <p:cNvSpPr/>
            <p:nvPr/>
          </p:nvSpPr>
          <p:spPr>
            <a:xfrm>
              <a:off x="2665724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3"/>
            <p:cNvSpPr/>
            <p:nvPr/>
          </p:nvSpPr>
          <p:spPr>
            <a:xfrm>
              <a:off x="2665724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3"/>
            <p:cNvSpPr/>
            <p:nvPr/>
          </p:nvSpPr>
          <p:spPr>
            <a:xfrm>
              <a:off x="266572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3"/>
            <p:cNvSpPr/>
            <p:nvPr/>
          </p:nvSpPr>
          <p:spPr>
            <a:xfrm>
              <a:off x="266572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3"/>
            <p:cNvSpPr/>
            <p:nvPr/>
          </p:nvSpPr>
          <p:spPr>
            <a:xfrm>
              <a:off x="2665724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3"/>
            <p:cNvSpPr/>
            <p:nvPr/>
          </p:nvSpPr>
          <p:spPr>
            <a:xfrm>
              <a:off x="2665724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3"/>
            <p:cNvSpPr/>
            <p:nvPr/>
          </p:nvSpPr>
          <p:spPr>
            <a:xfrm>
              <a:off x="2665724" y="177981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3"/>
            <p:cNvSpPr/>
            <p:nvPr/>
          </p:nvSpPr>
          <p:spPr>
            <a:xfrm>
              <a:off x="2665724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3"/>
            <p:cNvSpPr/>
            <p:nvPr/>
          </p:nvSpPr>
          <p:spPr>
            <a:xfrm>
              <a:off x="2665724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3"/>
            <p:cNvSpPr/>
            <p:nvPr/>
          </p:nvSpPr>
          <p:spPr>
            <a:xfrm>
              <a:off x="2611058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3"/>
            <p:cNvSpPr/>
            <p:nvPr/>
          </p:nvSpPr>
          <p:spPr>
            <a:xfrm>
              <a:off x="2611058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3"/>
            <p:cNvSpPr/>
            <p:nvPr/>
          </p:nvSpPr>
          <p:spPr>
            <a:xfrm>
              <a:off x="2611058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3"/>
            <p:cNvSpPr/>
            <p:nvPr/>
          </p:nvSpPr>
          <p:spPr>
            <a:xfrm>
              <a:off x="2611058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3"/>
            <p:cNvSpPr/>
            <p:nvPr/>
          </p:nvSpPr>
          <p:spPr>
            <a:xfrm>
              <a:off x="2611058" y="1943687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3"/>
            <p:cNvSpPr/>
            <p:nvPr/>
          </p:nvSpPr>
          <p:spPr>
            <a:xfrm>
              <a:off x="2611058" y="1889003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3"/>
            <p:cNvSpPr/>
            <p:nvPr/>
          </p:nvSpPr>
          <p:spPr>
            <a:xfrm>
              <a:off x="2611058" y="1834337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3"/>
            <p:cNvSpPr/>
            <p:nvPr/>
          </p:nvSpPr>
          <p:spPr>
            <a:xfrm>
              <a:off x="2611058" y="1779815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3"/>
            <p:cNvSpPr/>
            <p:nvPr/>
          </p:nvSpPr>
          <p:spPr>
            <a:xfrm>
              <a:off x="2611058" y="1725131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3"/>
            <p:cNvSpPr/>
            <p:nvPr/>
          </p:nvSpPr>
          <p:spPr>
            <a:xfrm>
              <a:off x="2611058" y="1670465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3"/>
            <p:cNvSpPr/>
            <p:nvPr/>
          </p:nvSpPr>
          <p:spPr>
            <a:xfrm>
              <a:off x="255651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3"/>
            <p:cNvSpPr/>
            <p:nvPr/>
          </p:nvSpPr>
          <p:spPr>
            <a:xfrm>
              <a:off x="255651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3"/>
            <p:cNvSpPr/>
            <p:nvPr/>
          </p:nvSpPr>
          <p:spPr>
            <a:xfrm>
              <a:off x="2556518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3"/>
            <p:cNvSpPr/>
            <p:nvPr/>
          </p:nvSpPr>
          <p:spPr>
            <a:xfrm>
              <a:off x="2556518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3"/>
            <p:cNvSpPr/>
            <p:nvPr/>
          </p:nvSpPr>
          <p:spPr>
            <a:xfrm>
              <a:off x="2556518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3"/>
            <p:cNvSpPr/>
            <p:nvPr/>
          </p:nvSpPr>
          <p:spPr>
            <a:xfrm>
              <a:off x="2556518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3"/>
            <p:cNvSpPr/>
            <p:nvPr/>
          </p:nvSpPr>
          <p:spPr>
            <a:xfrm>
              <a:off x="2556518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3"/>
            <p:cNvSpPr/>
            <p:nvPr/>
          </p:nvSpPr>
          <p:spPr>
            <a:xfrm>
              <a:off x="2556518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3"/>
            <p:cNvSpPr/>
            <p:nvPr/>
          </p:nvSpPr>
          <p:spPr>
            <a:xfrm>
              <a:off x="2556518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3"/>
            <p:cNvSpPr/>
            <p:nvPr/>
          </p:nvSpPr>
          <p:spPr>
            <a:xfrm>
              <a:off x="2501852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3"/>
            <p:cNvSpPr/>
            <p:nvPr/>
          </p:nvSpPr>
          <p:spPr>
            <a:xfrm>
              <a:off x="2501852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3"/>
            <p:cNvSpPr/>
            <p:nvPr/>
          </p:nvSpPr>
          <p:spPr>
            <a:xfrm>
              <a:off x="2501852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3"/>
            <p:cNvSpPr/>
            <p:nvPr/>
          </p:nvSpPr>
          <p:spPr>
            <a:xfrm>
              <a:off x="2501852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3"/>
            <p:cNvSpPr/>
            <p:nvPr/>
          </p:nvSpPr>
          <p:spPr>
            <a:xfrm>
              <a:off x="2447025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3"/>
            <p:cNvSpPr/>
            <p:nvPr/>
          </p:nvSpPr>
          <p:spPr>
            <a:xfrm>
              <a:off x="2447025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3"/>
            <p:cNvSpPr/>
            <p:nvPr/>
          </p:nvSpPr>
          <p:spPr>
            <a:xfrm>
              <a:off x="2447025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3"/>
            <p:cNvSpPr/>
            <p:nvPr/>
          </p:nvSpPr>
          <p:spPr>
            <a:xfrm>
              <a:off x="2392341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3"/>
            <p:cNvSpPr/>
            <p:nvPr/>
          </p:nvSpPr>
          <p:spPr>
            <a:xfrm>
              <a:off x="2392341" y="177981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3"/>
            <p:cNvSpPr/>
            <p:nvPr/>
          </p:nvSpPr>
          <p:spPr>
            <a:xfrm>
              <a:off x="2829614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3"/>
            <p:cNvSpPr/>
            <p:nvPr/>
          </p:nvSpPr>
          <p:spPr>
            <a:xfrm>
              <a:off x="2829614" y="3473865"/>
              <a:ext cx="44730" cy="38237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3"/>
            <p:cNvSpPr/>
            <p:nvPr/>
          </p:nvSpPr>
          <p:spPr>
            <a:xfrm>
              <a:off x="2829614" y="3419199"/>
              <a:ext cx="44730" cy="38219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3"/>
            <p:cNvSpPr/>
            <p:nvPr/>
          </p:nvSpPr>
          <p:spPr>
            <a:xfrm>
              <a:off x="2775074" y="3692564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3"/>
            <p:cNvSpPr/>
            <p:nvPr/>
          </p:nvSpPr>
          <p:spPr>
            <a:xfrm>
              <a:off x="2774930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3"/>
            <p:cNvSpPr/>
            <p:nvPr/>
          </p:nvSpPr>
          <p:spPr>
            <a:xfrm>
              <a:off x="2775074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3"/>
            <p:cNvSpPr/>
            <p:nvPr/>
          </p:nvSpPr>
          <p:spPr>
            <a:xfrm>
              <a:off x="2775074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3"/>
            <p:cNvSpPr/>
            <p:nvPr/>
          </p:nvSpPr>
          <p:spPr>
            <a:xfrm>
              <a:off x="2775074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3"/>
            <p:cNvSpPr/>
            <p:nvPr/>
          </p:nvSpPr>
          <p:spPr>
            <a:xfrm>
              <a:off x="2775074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3"/>
            <p:cNvSpPr/>
            <p:nvPr/>
          </p:nvSpPr>
          <p:spPr>
            <a:xfrm>
              <a:off x="2720408" y="3692564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3"/>
            <p:cNvSpPr/>
            <p:nvPr/>
          </p:nvSpPr>
          <p:spPr>
            <a:xfrm>
              <a:off x="2720408" y="3637755"/>
              <a:ext cx="44766" cy="38363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3"/>
            <p:cNvSpPr/>
            <p:nvPr/>
          </p:nvSpPr>
          <p:spPr>
            <a:xfrm>
              <a:off x="2720408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3"/>
            <p:cNvSpPr/>
            <p:nvPr/>
          </p:nvSpPr>
          <p:spPr>
            <a:xfrm>
              <a:off x="2720408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3"/>
            <p:cNvSpPr/>
            <p:nvPr/>
          </p:nvSpPr>
          <p:spPr>
            <a:xfrm>
              <a:off x="2720408" y="3473865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3"/>
            <p:cNvSpPr/>
            <p:nvPr/>
          </p:nvSpPr>
          <p:spPr>
            <a:xfrm>
              <a:off x="2720408" y="341919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3"/>
            <p:cNvSpPr/>
            <p:nvPr/>
          </p:nvSpPr>
          <p:spPr>
            <a:xfrm>
              <a:off x="2665724" y="3747105"/>
              <a:ext cx="44640" cy="38363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3"/>
            <p:cNvSpPr/>
            <p:nvPr/>
          </p:nvSpPr>
          <p:spPr>
            <a:xfrm>
              <a:off x="2665724" y="3692564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3"/>
            <p:cNvSpPr/>
            <p:nvPr/>
          </p:nvSpPr>
          <p:spPr>
            <a:xfrm>
              <a:off x="2665724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3"/>
            <p:cNvSpPr/>
            <p:nvPr/>
          </p:nvSpPr>
          <p:spPr>
            <a:xfrm>
              <a:off x="2665724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3"/>
            <p:cNvSpPr/>
            <p:nvPr/>
          </p:nvSpPr>
          <p:spPr>
            <a:xfrm>
              <a:off x="2665724" y="3528405"/>
              <a:ext cx="44640" cy="38363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3"/>
            <p:cNvSpPr/>
            <p:nvPr/>
          </p:nvSpPr>
          <p:spPr>
            <a:xfrm>
              <a:off x="2665724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3"/>
            <p:cNvSpPr/>
            <p:nvPr/>
          </p:nvSpPr>
          <p:spPr>
            <a:xfrm>
              <a:off x="2665724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3"/>
            <p:cNvSpPr/>
            <p:nvPr/>
          </p:nvSpPr>
          <p:spPr>
            <a:xfrm>
              <a:off x="2665724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3"/>
            <p:cNvSpPr/>
            <p:nvPr/>
          </p:nvSpPr>
          <p:spPr>
            <a:xfrm>
              <a:off x="2611058" y="3856454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3"/>
            <p:cNvSpPr/>
            <p:nvPr/>
          </p:nvSpPr>
          <p:spPr>
            <a:xfrm>
              <a:off x="2611058" y="3801771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3"/>
            <p:cNvSpPr/>
            <p:nvPr/>
          </p:nvSpPr>
          <p:spPr>
            <a:xfrm>
              <a:off x="2611058" y="3747105"/>
              <a:ext cx="44622" cy="38363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3"/>
            <p:cNvSpPr/>
            <p:nvPr/>
          </p:nvSpPr>
          <p:spPr>
            <a:xfrm>
              <a:off x="2611058" y="3692564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3"/>
            <p:cNvSpPr/>
            <p:nvPr/>
          </p:nvSpPr>
          <p:spPr>
            <a:xfrm>
              <a:off x="2611058" y="3637755"/>
              <a:ext cx="44766" cy="38363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3"/>
            <p:cNvSpPr/>
            <p:nvPr/>
          </p:nvSpPr>
          <p:spPr>
            <a:xfrm>
              <a:off x="2611058" y="3583071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3"/>
            <p:cNvSpPr/>
            <p:nvPr/>
          </p:nvSpPr>
          <p:spPr>
            <a:xfrm>
              <a:off x="2611058" y="352840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3"/>
            <p:cNvSpPr/>
            <p:nvPr/>
          </p:nvSpPr>
          <p:spPr>
            <a:xfrm>
              <a:off x="2611058" y="3473865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3"/>
            <p:cNvSpPr/>
            <p:nvPr/>
          </p:nvSpPr>
          <p:spPr>
            <a:xfrm>
              <a:off x="2611058" y="3419199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3"/>
            <p:cNvSpPr/>
            <p:nvPr/>
          </p:nvSpPr>
          <p:spPr>
            <a:xfrm>
              <a:off x="2611058" y="3364515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3"/>
            <p:cNvSpPr/>
            <p:nvPr/>
          </p:nvSpPr>
          <p:spPr>
            <a:xfrm>
              <a:off x="2611058" y="3309849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3"/>
            <p:cNvSpPr/>
            <p:nvPr/>
          </p:nvSpPr>
          <p:spPr>
            <a:xfrm>
              <a:off x="2556518" y="3965661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3"/>
            <p:cNvSpPr/>
            <p:nvPr/>
          </p:nvSpPr>
          <p:spPr>
            <a:xfrm>
              <a:off x="2556518" y="3911120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3"/>
            <p:cNvSpPr/>
            <p:nvPr/>
          </p:nvSpPr>
          <p:spPr>
            <a:xfrm>
              <a:off x="2556518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3"/>
            <p:cNvSpPr/>
            <p:nvPr/>
          </p:nvSpPr>
          <p:spPr>
            <a:xfrm>
              <a:off x="2556518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3"/>
            <p:cNvSpPr/>
            <p:nvPr/>
          </p:nvSpPr>
          <p:spPr>
            <a:xfrm>
              <a:off x="2556375" y="374710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3"/>
            <p:cNvSpPr/>
            <p:nvPr/>
          </p:nvSpPr>
          <p:spPr>
            <a:xfrm>
              <a:off x="2556375" y="3692564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3"/>
            <p:cNvSpPr/>
            <p:nvPr/>
          </p:nvSpPr>
          <p:spPr>
            <a:xfrm>
              <a:off x="2556375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3"/>
            <p:cNvSpPr/>
            <p:nvPr/>
          </p:nvSpPr>
          <p:spPr>
            <a:xfrm>
              <a:off x="2556518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3"/>
            <p:cNvSpPr/>
            <p:nvPr/>
          </p:nvSpPr>
          <p:spPr>
            <a:xfrm>
              <a:off x="2556518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3"/>
            <p:cNvSpPr/>
            <p:nvPr/>
          </p:nvSpPr>
          <p:spPr>
            <a:xfrm>
              <a:off x="2556375" y="3473865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3"/>
            <p:cNvSpPr/>
            <p:nvPr/>
          </p:nvSpPr>
          <p:spPr>
            <a:xfrm>
              <a:off x="2556375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3"/>
            <p:cNvSpPr/>
            <p:nvPr/>
          </p:nvSpPr>
          <p:spPr>
            <a:xfrm>
              <a:off x="2556375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3"/>
            <p:cNvSpPr/>
            <p:nvPr/>
          </p:nvSpPr>
          <p:spPr>
            <a:xfrm>
              <a:off x="2556375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3"/>
            <p:cNvSpPr/>
            <p:nvPr/>
          </p:nvSpPr>
          <p:spPr>
            <a:xfrm>
              <a:off x="2556375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3"/>
            <p:cNvSpPr/>
            <p:nvPr/>
          </p:nvSpPr>
          <p:spPr>
            <a:xfrm>
              <a:off x="2501852" y="402032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3"/>
            <p:cNvSpPr/>
            <p:nvPr/>
          </p:nvSpPr>
          <p:spPr>
            <a:xfrm>
              <a:off x="2501852" y="3965661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3"/>
            <p:cNvSpPr/>
            <p:nvPr/>
          </p:nvSpPr>
          <p:spPr>
            <a:xfrm>
              <a:off x="2501852" y="3911120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3"/>
            <p:cNvSpPr/>
            <p:nvPr/>
          </p:nvSpPr>
          <p:spPr>
            <a:xfrm>
              <a:off x="2501852" y="385645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3"/>
            <p:cNvSpPr/>
            <p:nvPr/>
          </p:nvSpPr>
          <p:spPr>
            <a:xfrm>
              <a:off x="2501852" y="380177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3"/>
            <p:cNvSpPr/>
            <p:nvPr/>
          </p:nvSpPr>
          <p:spPr>
            <a:xfrm>
              <a:off x="2501691" y="374710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3"/>
            <p:cNvSpPr/>
            <p:nvPr/>
          </p:nvSpPr>
          <p:spPr>
            <a:xfrm>
              <a:off x="2501852" y="3692564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3"/>
            <p:cNvSpPr/>
            <p:nvPr/>
          </p:nvSpPr>
          <p:spPr>
            <a:xfrm>
              <a:off x="2501691" y="3637755"/>
              <a:ext cx="44927" cy="38363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3"/>
            <p:cNvSpPr/>
            <p:nvPr/>
          </p:nvSpPr>
          <p:spPr>
            <a:xfrm>
              <a:off x="2501852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3"/>
            <p:cNvSpPr/>
            <p:nvPr/>
          </p:nvSpPr>
          <p:spPr>
            <a:xfrm>
              <a:off x="2501852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3"/>
            <p:cNvSpPr/>
            <p:nvPr/>
          </p:nvSpPr>
          <p:spPr>
            <a:xfrm>
              <a:off x="2501852" y="3473865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3"/>
            <p:cNvSpPr/>
            <p:nvPr/>
          </p:nvSpPr>
          <p:spPr>
            <a:xfrm>
              <a:off x="2501852" y="341919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3"/>
            <p:cNvSpPr/>
            <p:nvPr/>
          </p:nvSpPr>
          <p:spPr>
            <a:xfrm>
              <a:off x="2501852" y="3364515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3"/>
            <p:cNvSpPr/>
            <p:nvPr/>
          </p:nvSpPr>
          <p:spPr>
            <a:xfrm>
              <a:off x="2501745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3"/>
            <p:cNvSpPr/>
            <p:nvPr/>
          </p:nvSpPr>
          <p:spPr>
            <a:xfrm>
              <a:off x="2501745" y="3255166"/>
              <a:ext cx="44730" cy="38345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3"/>
            <p:cNvSpPr/>
            <p:nvPr/>
          </p:nvSpPr>
          <p:spPr>
            <a:xfrm>
              <a:off x="2501852" y="3200643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3"/>
            <p:cNvSpPr/>
            <p:nvPr/>
          </p:nvSpPr>
          <p:spPr>
            <a:xfrm>
              <a:off x="2501852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3"/>
            <p:cNvSpPr/>
            <p:nvPr/>
          </p:nvSpPr>
          <p:spPr>
            <a:xfrm>
              <a:off x="2447025" y="4075010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3"/>
            <p:cNvSpPr/>
            <p:nvPr/>
          </p:nvSpPr>
          <p:spPr>
            <a:xfrm>
              <a:off x="2447025" y="402032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3"/>
            <p:cNvSpPr/>
            <p:nvPr/>
          </p:nvSpPr>
          <p:spPr>
            <a:xfrm>
              <a:off x="2447025" y="3965661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3"/>
            <p:cNvSpPr/>
            <p:nvPr/>
          </p:nvSpPr>
          <p:spPr>
            <a:xfrm>
              <a:off x="2447025" y="3911120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3"/>
            <p:cNvSpPr/>
            <p:nvPr/>
          </p:nvSpPr>
          <p:spPr>
            <a:xfrm>
              <a:off x="2447025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3"/>
            <p:cNvSpPr/>
            <p:nvPr/>
          </p:nvSpPr>
          <p:spPr>
            <a:xfrm>
              <a:off x="2447025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3"/>
            <p:cNvSpPr/>
            <p:nvPr/>
          </p:nvSpPr>
          <p:spPr>
            <a:xfrm>
              <a:off x="2447025" y="3747105"/>
              <a:ext cx="44640" cy="38363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3"/>
            <p:cNvSpPr/>
            <p:nvPr/>
          </p:nvSpPr>
          <p:spPr>
            <a:xfrm>
              <a:off x="2447025" y="3692564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3"/>
            <p:cNvSpPr/>
            <p:nvPr/>
          </p:nvSpPr>
          <p:spPr>
            <a:xfrm>
              <a:off x="2447025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3"/>
            <p:cNvSpPr/>
            <p:nvPr/>
          </p:nvSpPr>
          <p:spPr>
            <a:xfrm>
              <a:off x="2447025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3"/>
            <p:cNvSpPr/>
            <p:nvPr/>
          </p:nvSpPr>
          <p:spPr>
            <a:xfrm>
              <a:off x="2447025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3"/>
            <p:cNvSpPr/>
            <p:nvPr/>
          </p:nvSpPr>
          <p:spPr>
            <a:xfrm>
              <a:off x="2447025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3"/>
            <p:cNvSpPr/>
            <p:nvPr/>
          </p:nvSpPr>
          <p:spPr>
            <a:xfrm>
              <a:off x="2447025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3"/>
            <p:cNvSpPr/>
            <p:nvPr/>
          </p:nvSpPr>
          <p:spPr>
            <a:xfrm>
              <a:off x="2447025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3"/>
            <p:cNvSpPr/>
            <p:nvPr/>
          </p:nvSpPr>
          <p:spPr>
            <a:xfrm>
              <a:off x="2447025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3"/>
            <p:cNvSpPr/>
            <p:nvPr/>
          </p:nvSpPr>
          <p:spPr>
            <a:xfrm>
              <a:off x="2447025" y="3255166"/>
              <a:ext cx="44784" cy="38381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3"/>
            <p:cNvSpPr/>
            <p:nvPr/>
          </p:nvSpPr>
          <p:spPr>
            <a:xfrm>
              <a:off x="2447025" y="3200643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3"/>
            <p:cNvSpPr/>
            <p:nvPr/>
          </p:nvSpPr>
          <p:spPr>
            <a:xfrm>
              <a:off x="2447025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3"/>
            <p:cNvSpPr/>
            <p:nvPr/>
          </p:nvSpPr>
          <p:spPr>
            <a:xfrm>
              <a:off x="2447025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3"/>
            <p:cNvSpPr/>
            <p:nvPr/>
          </p:nvSpPr>
          <p:spPr>
            <a:xfrm>
              <a:off x="2447025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3"/>
            <p:cNvSpPr/>
            <p:nvPr/>
          </p:nvSpPr>
          <p:spPr>
            <a:xfrm>
              <a:off x="2392341" y="4238882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3"/>
            <p:cNvSpPr/>
            <p:nvPr/>
          </p:nvSpPr>
          <p:spPr>
            <a:xfrm>
              <a:off x="2392341" y="4075010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3"/>
            <p:cNvSpPr/>
            <p:nvPr/>
          </p:nvSpPr>
          <p:spPr>
            <a:xfrm>
              <a:off x="2392341" y="402032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3"/>
            <p:cNvSpPr/>
            <p:nvPr/>
          </p:nvSpPr>
          <p:spPr>
            <a:xfrm>
              <a:off x="2392341" y="3965661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3"/>
            <p:cNvSpPr/>
            <p:nvPr/>
          </p:nvSpPr>
          <p:spPr>
            <a:xfrm>
              <a:off x="2392341" y="3911120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3"/>
            <p:cNvSpPr/>
            <p:nvPr/>
          </p:nvSpPr>
          <p:spPr>
            <a:xfrm>
              <a:off x="2392341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3"/>
            <p:cNvSpPr/>
            <p:nvPr/>
          </p:nvSpPr>
          <p:spPr>
            <a:xfrm>
              <a:off x="2392341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3"/>
            <p:cNvSpPr/>
            <p:nvPr/>
          </p:nvSpPr>
          <p:spPr>
            <a:xfrm>
              <a:off x="2392341" y="374710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3"/>
            <p:cNvSpPr/>
            <p:nvPr/>
          </p:nvSpPr>
          <p:spPr>
            <a:xfrm>
              <a:off x="2392341" y="3692564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3"/>
            <p:cNvSpPr/>
            <p:nvPr/>
          </p:nvSpPr>
          <p:spPr>
            <a:xfrm>
              <a:off x="2392341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3"/>
            <p:cNvSpPr/>
            <p:nvPr/>
          </p:nvSpPr>
          <p:spPr>
            <a:xfrm>
              <a:off x="2392341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3"/>
            <p:cNvSpPr/>
            <p:nvPr/>
          </p:nvSpPr>
          <p:spPr>
            <a:xfrm>
              <a:off x="2392341" y="35284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3"/>
            <p:cNvSpPr/>
            <p:nvPr/>
          </p:nvSpPr>
          <p:spPr>
            <a:xfrm>
              <a:off x="2392341" y="3473865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3"/>
            <p:cNvSpPr/>
            <p:nvPr/>
          </p:nvSpPr>
          <p:spPr>
            <a:xfrm>
              <a:off x="2392341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3"/>
            <p:cNvSpPr/>
            <p:nvPr/>
          </p:nvSpPr>
          <p:spPr>
            <a:xfrm>
              <a:off x="2392341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3"/>
            <p:cNvSpPr/>
            <p:nvPr/>
          </p:nvSpPr>
          <p:spPr>
            <a:xfrm>
              <a:off x="2392341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3"/>
            <p:cNvSpPr/>
            <p:nvPr/>
          </p:nvSpPr>
          <p:spPr>
            <a:xfrm>
              <a:off x="2392341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3"/>
            <p:cNvSpPr/>
            <p:nvPr/>
          </p:nvSpPr>
          <p:spPr>
            <a:xfrm>
              <a:off x="2392341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3"/>
            <p:cNvSpPr/>
            <p:nvPr/>
          </p:nvSpPr>
          <p:spPr>
            <a:xfrm>
              <a:off x="2392341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3"/>
            <p:cNvSpPr/>
            <p:nvPr/>
          </p:nvSpPr>
          <p:spPr>
            <a:xfrm>
              <a:off x="2392341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3"/>
            <p:cNvSpPr/>
            <p:nvPr/>
          </p:nvSpPr>
          <p:spPr>
            <a:xfrm>
              <a:off x="2392341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3"/>
            <p:cNvSpPr/>
            <p:nvPr/>
          </p:nvSpPr>
          <p:spPr>
            <a:xfrm>
              <a:off x="2392341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3"/>
            <p:cNvSpPr/>
            <p:nvPr/>
          </p:nvSpPr>
          <p:spPr>
            <a:xfrm>
              <a:off x="2392341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3"/>
            <p:cNvSpPr/>
            <p:nvPr/>
          </p:nvSpPr>
          <p:spPr>
            <a:xfrm>
              <a:off x="2392341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3"/>
            <p:cNvSpPr/>
            <p:nvPr/>
          </p:nvSpPr>
          <p:spPr>
            <a:xfrm>
              <a:off x="2392341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3"/>
            <p:cNvSpPr/>
            <p:nvPr/>
          </p:nvSpPr>
          <p:spPr>
            <a:xfrm>
              <a:off x="2392341" y="167046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3"/>
            <p:cNvSpPr/>
            <p:nvPr/>
          </p:nvSpPr>
          <p:spPr>
            <a:xfrm>
              <a:off x="2337819" y="4238882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3"/>
            <p:cNvSpPr/>
            <p:nvPr/>
          </p:nvSpPr>
          <p:spPr>
            <a:xfrm>
              <a:off x="2337819" y="4184360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3"/>
            <p:cNvSpPr/>
            <p:nvPr/>
          </p:nvSpPr>
          <p:spPr>
            <a:xfrm>
              <a:off x="2337819" y="4129676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3"/>
            <p:cNvSpPr/>
            <p:nvPr/>
          </p:nvSpPr>
          <p:spPr>
            <a:xfrm>
              <a:off x="2337819" y="4075010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3"/>
            <p:cNvSpPr/>
            <p:nvPr/>
          </p:nvSpPr>
          <p:spPr>
            <a:xfrm>
              <a:off x="2337819" y="402032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3"/>
            <p:cNvSpPr/>
            <p:nvPr/>
          </p:nvSpPr>
          <p:spPr>
            <a:xfrm>
              <a:off x="2337819" y="3965661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3"/>
            <p:cNvSpPr/>
            <p:nvPr/>
          </p:nvSpPr>
          <p:spPr>
            <a:xfrm>
              <a:off x="2337819" y="3911120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3"/>
            <p:cNvSpPr/>
            <p:nvPr/>
          </p:nvSpPr>
          <p:spPr>
            <a:xfrm>
              <a:off x="2337819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3"/>
            <p:cNvSpPr/>
            <p:nvPr/>
          </p:nvSpPr>
          <p:spPr>
            <a:xfrm>
              <a:off x="2337819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3"/>
            <p:cNvSpPr/>
            <p:nvPr/>
          </p:nvSpPr>
          <p:spPr>
            <a:xfrm>
              <a:off x="2337819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3"/>
            <p:cNvSpPr/>
            <p:nvPr/>
          </p:nvSpPr>
          <p:spPr>
            <a:xfrm>
              <a:off x="2337819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3"/>
            <p:cNvSpPr/>
            <p:nvPr/>
          </p:nvSpPr>
          <p:spPr>
            <a:xfrm>
              <a:off x="2337711" y="3364515"/>
              <a:ext cx="44748" cy="38273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3"/>
            <p:cNvSpPr/>
            <p:nvPr/>
          </p:nvSpPr>
          <p:spPr>
            <a:xfrm>
              <a:off x="2337711" y="3309849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3"/>
            <p:cNvSpPr/>
            <p:nvPr/>
          </p:nvSpPr>
          <p:spPr>
            <a:xfrm>
              <a:off x="2337711" y="3255166"/>
              <a:ext cx="44748" cy="38345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3"/>
            <p:cNvSpPr/>
            <p:nvPr/>
          </p:nvSpPr>
          <p:spPr>
            <a:xfrm>
              <a:off x="2337819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3"/>
            <p:cNvSpPr/>
            <p:nvPr/>
          </p:nvSpPr>
          <p:spPr>
            <a:xfrm>
              <a:off x="2337819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3"/>
            <p:cNvSpPr/>
            <p:nvPr/>
          </p:nvSpPr>
          <p:spPr>
            <a:xfrm>
              <a:off x="2337819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3"/>
            <p:cNvSpPr/>
            <p:nvPr/>
          </p:nvSpPr>
          <p:spPr>
            <a:xfrm>
              <a:off x="2337819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3"/>
            <p:cNvSpPr/>
            <p:nvPr/>
          </p:nvSpPr>
          <p:spPr>
            <a:xfrm>
              <a:off x="2337819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3"/>
            <p:cNvSpPr/>
            <p:nvPr/>
          </p:nvSpPr>
          <p:spPr>
            <a:xfrm>
              <a:off x="2337819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3"/>
            <p:cNvSpPr/>
            <p:nvPr/>
          </p:nvSpPr>
          <p:spPr>
            <a:xfrm>
              <a:off x="2337819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3"/>
            <p:cNvSpPr/>
            <p:nvPr/>
          </p:nvSpPr>
          <p:spPr>
            <a:xfrm>
              <a:off x="2337819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3"/>
            <p:cNvSpPr/>
            <p:nvPr/>
          </p:nvSpPr>
          <p:spPr>
            <a:xfrm>
              <a:off x="233781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3"/>
            <p:cNvSpPr/>
            <p:nvPr/>
          </p:nvSpPr>
          <p:spPr>
            <a:xfrm>
              <a:off x="2337819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3"/>
            <p:cNvSpPr/>
            <p:nvPr/>
          </p:nvSpPr>
          <p:spPr>
            <a:xfrm>
              <a:off x="2337819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3"/>
            <p:cNvSpPr/>
            <p:nvPr/>
          </p:nvSpPr>
          <p:spPr>
            <a:xfrm>
              <a:off x="233781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3"/>
            <p:cNvSpPr/>
            <p:nvPr/>
          </p:nvSpPr>
          <p:spPr>
            <a:xfrm>
              <a:off x="2337819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3"/>
            <p:cNvSpPr/>
            <p:nvPr/>
          </p:nvSpPr>
          <p:spPr>
            <a:xfrm>
              <a:off x="2337819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3"/>
            <p:cNvSpPr/>
            <p:nvPr/>
          </p:nvSpPr>
          <p:spPr>
            <a:xfrm>
              <a:off x="2283135" y="4184360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3"/>
            <p:cNvSpPr/>
            <p:nvPr/>
          </p:nvSpPr>
          <p:spPr>
            <a:xfrm>
              <a:off x="2283135" y="4129676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3"/>
            <p:cNvSpPr/>
            <p:nvPr/>
          </p:nvSpPr>
          <p:spPr>
            <a:xfrm>
              <a:off x="2283135" y="4075010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3"/>
            <p:cNvSpPr/>
            <p:nvPr/>
          </p:nvSpPr>
          <p:spPr>
            <a:xfrm>
              <a:off x="2283135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3"/>
            <p:cNvSpPr/>
            <p:nvPr/>
          </p:nvSpPr>
          <p:spPr>
            <a:xfrm>
              <a:off x="2283135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3"/>
            <p:cNvSpPr/>
            <p:nvPr/>
          </p:nvSpPr>
          <p:spPr>
            <a:xfrm>
              <a:off x="2283135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3"/>
            <p:cNvSpPr/>
            <p:nvPr/>
          </p:nvSpPr>
          <p:spPr>
            <a:xfrm>
              <a:off x="2283135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3"/>
            <p:cNvSpPr/>
            <p:nvPr/>
          </p:nvSpPr>
          <p:spPr>
            <a:xfrm>
              <a:off x="2283045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3"/>
            <p:cNvSpPr/>
            <p:nvPr/>
          </p:nvSpPr>
          <p:spPr>
            <a:xfrm>
              <a:off x="2283045" y="3255166"/>
              <a:ext cx="44730" cy="38345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3"/>
            <p:cNvSpPr/>
            <p:nvPr/>
          </p:nvSpPr>
          <p:spPr>
            <a:xfrm>
              <a:off x="2283135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3"/>
            <p:cNvSpPr/>
            <p:nvPr/>
          </p:nvSpPr>
          <p:spPr>
            <a:xfrm>
              <a:off x="2283135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3"/>
            <p:cNvSpPr/>
            <p:nvPr/>
          </p:nvSpPr>
          <p:spPr>
            <a:xfrm>
              <a:off x="2283135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3"/>
            <p:cNvSpPr/>
            <p:nvPr/>
          </p:nvSpPr>
          <p:spPr>
            <a:xfrm>
              <a:off x="2283135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3"/>
            <p:cNvSpPr/>
            <p:nvPr/>
          </p:nvSpPr>
          <p:spPr>
            <a:xfrm>
              <a:off x="2283135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3"/>
            <p:cNvSpPr/>
            <p:nvPr/>
          </p:nvSpPr>
          <p:spPr>
            <a:xfrm>
              <a:off x="2283135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3"/>
            <p:cNvSpPr/>
            <p:nvPr/>
          </p:nvSpPr>
          <p:spPr>
            <a:xfrm>
              <a:off x="2283135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3"/>
            <p:cNvSpPr/>
            <p:nvPr/>
          </p:nvSpPr>
          <p:spPr>
            <a:xfrm>
              <a:off x="2283135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3"/>
            <p:cNvSpPr/>
            <p:nvPr/>
          </p:nvSpPr>
          <p:spPr>
            <a:xfrm>
              <a:off x="2283135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3"/>
            <p:cNvSpPr/>
            <p:nvPr/>
          </p:nvSpPr>
          <p:spPr>
            <a:xfrm>
              <a:off x="2283135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3"/>
            <p:cNvSpPr/>
            <p:nvPr/>
          </p:nvSpPr>
          <p:spPr>
            <a:xfrm>
              <a:off x="2283135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3"/>
            <p:cNvSpPr/>
            <p:nvPr/>
          </p:nvSpPr>
          <p:spPr>
            <a:xfrm>
              <a:off x="2283135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3"/>
            <p:cNvSpPr/>
            <p:nvPr/>
          </p:nvSpPr>
          <p:spPr>
            <a:xfrm>
              <a:off x="2283135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3"/>
            <p:cNvSpPr/>
            <p:nvPr/>
          </p:nvSpPr>
          <p:spPr>
            <a:xfrm>
              <a:off x="2283135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3"/>
            <p:cNvSpPr/>
            <p:nvPr/>
          </p:nvSpPr>
          <p:spPr>
            <a:xfrm>
              <a:off x="2283135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3"/>
            <p:cNvSpPr/>
            <p:nvPr/>
          </p:nvSpPr>
          <p:spPr>
            <a:xfrm>
              <a:off x="2283135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3"/>
            <p:cNvSpPr/>
            <p:nvPr/>
          </p:nvSpPr>
          <p:spPr>
            <a:xfrm>
              <a:off x="2283135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3"/>
            <p:cNvSpPr/>
            <p:nvPr/>
          </p:nvSpPr>
          <p:spPr>
            <a:xfrm>
              <a:off x="2228469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3"/>
            <p:cNvSpPr/>
            <p:nvPr/>
          </p:nvSpPr>
          <p:spPr>
            <a:xfrm>
              <a:off x="2228469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3"/>
            <p:cNvSpPr/>
            <p:nvPr/>
          </p:nvSpPr>
          <p:spPr>
            <a:xfrm>
              <a:off x="2228469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3"/>
            <p:cNvSpPr/>
            <p:nvPr/>
          </p:nvSpPr>
          <p:spPr>
            <a:xfrm>
              <a:off x="2228469" y="3309849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3"/>
            <p:cNvSpPr/>
            <p:nvPr/>
          </p:nvSpPr>
          <p:spPr>
            <a:xfrm>
              <a:off x="2228469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3"/>
            <p:cNvSpPr/>
            <p:nvPr/>
          </p:nvSpPr>
          <p:spPr>
            <a:xfrm>
              <a:off x="2228469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3"/>
            <p:cNvSpPr/>
            <p:nvPr/>
          </p:nvSpPr>
          <p:spPr>
            <a:xfrm>
              <a:off x="2228469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3"/>
            <p:cNvSpPr/>
            <p:nvPr/>
          </p:nvSpPr>
          <p:spPr>
            <a:xfrm>
              <a:off x="2228469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3"/>
            <p:cNvSpPr/>
            <p:nvPr/>
          </p:nvSpPr>
          <p:spPr>
            <a:xfrm>
              <a:off x="2228469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3"/>
            <p:cNvSpPr/>
            <p:nvPr/>
          </p:nvSpPr>
          <p:spPr>
            <a:xfrm>
              <a:off x="2228469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3"/>
            <p:cNvSpPr/>
            <p:nvPr/>
          </p:nvSpPr>
          <p:spPr>
            <a:xfrm>
              <a:off x="2228469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3"/>
            <p:cNvSpPr/>
            <p:nvPr/>
          </p:nvSpPr>
          <p:spPr>
            <a:xfrm>
              <a:off x="2228469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3"/>
            <p:cNvSpPr/>
            <p:nvPr/>
          </p:nvSpPr>
          <p:spPr>
            <a:xfrm>
              <a:off x="2228469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3"/>
            <p:cNvSpPr/>
            <p:nvPr/>
          </p:nvSpPr>
          <p:spPr>
            <a:xfrm>
              <a:off x="2228469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3"/>
            <p:cNvSpPr/>
            <p:nvPr/>
          </p:nvSpPr>
          <p:spPr>
            <a:xfrm>
              <a:off x="222846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3"/>
            <p:cNvSpPr/>
            <p:nvPr/>
          </p:nvSpPr>
          <p:spPr>
            <a:xfrm>
              <a:off x="222846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3"/>
            <p:cNvSpPr/>
            <p:nvPr/>
          </p:nvSpPr>
          <p:spPr>
            <a:xfrm>
              <a:off x="2228469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3"/>
            <p:cNvSpPr/>
            <p:nvPr/>
          </p:nvSpPr>
          <p:spPr>
            <a:xfrm>
              <a:off x="2228469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3"/>
            <p:cNvSpPr/>
            <p:nvPr/>
          </p:nvSpPr>
          <p:spPr>
            <a:xfrm>
              <a:off x="2173785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3"/>
            <p:cNvSpPr/>
            <p:nvPr/>
          </p:nvSpPr>
          <p:spPr>
            <a:xfrm>
              <a:off x="2173785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3"/>
            <p:cNvSpPr/>
            <p:nvPr/>
          </p:nvSpPr>
          <p:spPr>
            <a:xfrm>
              <a:off x="2173785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3"/>
            <p:cNvSpPr/>
            <p:nvPr/>
          </p:nvSpPr>
          <p:spPr>
            <a:xfrm>
              <a:off x="2173785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3"/>
            <p:cNvSpPr/>
            <p:nvPr/>
          </p:nvSpPr>
          <p:spPr>
            <a:xfrm>
              <a:off x="2173785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3"/>
            <p:cNvSpPr/>
            <p:nvPr/>
          </p:nvSpPr>
          <p:spPr>
            <a:xfrm>
              <a:off x="2173785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3"/>
            <p:cNvSpPr/>
            <p:nvPr/>
          </p:nvSpPr>
          <p:spPr>
            <a:xfrm>
              <a:off x="2173785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3"/>
            <p:cNvSpPr/>
            <p:nvPr/>
          </p:nvSpPr>
          <p:spPr>
            <a:xfrm>
              <a:off x="2173785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3"/>
            <p:cNvSpPr/>
            <p:nvPr/>
          </p:nvSpPr>
          <p:spPr>
            <a:xfrm>
              <a:off x="2173785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3"/>
            <p:cNvSpPr/>
            <p:nvPr/>
          </p:nvSpPr>
          <p:spPr>
            <a:xfrm>
              <a:off x="2173785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3"/>
            <p:cNvSpPr/>
            <p:nvPr/>
          </p:nvSpPr>
          <p:spPr>
            <a:xfrm>
              <a:off x="2173785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3"/>
            <p:cNvSpPr/>
            <p:nvPr/>
          </p:nvSpPr>
          <p:spPr>
            <a:xfrm>
              <a:off x="2173785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3"/>
            <p:cNvSpPr/>
            <p:nvPr/>
          </p:nvSpPr>
          <p:spPr>
            <a:xfrm>
              <a:off x="2173785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3"/>
            <p:cNvSpPr/>
            <p:nvPr/>
          </p:nvSpPr>
          <p:spPr>
            <a:xfrm>
              <a:off x="2173785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3"/>
            <p:cNvSpPr/>
            <p:nvPr/>
          </p:nvSpPr>
          <p:spPr>
            <a:xfrm>
              <a:off x="2173785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3"/>
            <p:cNvSpPr/>
            <p:nvPr/>
          </p:nvSpPr>
          <p:spPr>
            <a:xfrm>
              <a:off x="2173785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3"/>
            <p:cNvSpPr/>
            <p:nvPr/>
          </p:nvSpPr>
          <p:spPr>
            <a:xfrm>
              <a:off x="2173785" y="177981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3"/>
            <p:cNvSpPr/>
            <p:nvPr/>
          </p:nvSpPr>
          <p:spPr>
            <a:xfrm>
              <a:off x="2173785" y="172513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3"/>
            <p:cNvSpPr/>
            <p:nvPr/>
          </p:nvSpPr>
          <p:spPr>
            <a:xfrm>
              <a:off x="2119263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3"/>
            <p:cNvSpPr/>
            <p:nvPr/>
          </p:nvSpPr>
          <p:spPr>
            <a:xfrm>
              <a:off x="2119263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3"/>
            <p:cNvSpPr/>
            <p:nvPr/>
          </p:nvSpPr>
          <p:spPr>
            <a:xfrm>
              <a:off x="2119263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3"/>
            <p:cNvSpPr/>
            <p:nvPr/>
          </p:nvSpPr>
          <p:spPr>
            <a:xfrm>
              <a:off x="2119263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3"/>
            <p:cNvSpPr/>
            <p:nvPr/>
          </p:nvSpPr>
          <p:spPr>
            <a:xfrm>
              <a:off x="2119263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3"/>
            <p:cNvSpPr/>
            <p:nvPr/>
          </p:nvSpPr>
          <p:spPr>
            <a:xfrm>
              <a:off x="211926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3"/>
            <p:cNvSpPr/>
            <p:nvPr/>
          </p:nvSpPr>
          <p:spPr>
            <a:xfrm>
              <a:off x="211926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3"/>
            <p:cNvSpPr/>
            <p:nvPr/>
          </p:nvSpPr>
          <p:spPr>
            <a:xfrm>
              <a:off x="2119263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3"/>
            <p:cNvSpPr/>
            <p:nvPr/>
          </p:nvSpPr>
          <p:spPr>
            <a:xfrm>
              <a:off x="2119263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3"/>
            <p:cNvSpPr/>
            <p:nvPr/>
          </p:nvSpPr>
          <p:spPr>
            <a:xfrm>
              <a:off x="2119263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3"/>
            <p:cNvSpPr/>
            <p:nvPr/>
          </p:nvSpPr>
          <p:spPr>
            <a:xfrm>
              <a:off x="2119263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3"/>
            <p:cNvSpPr/>
            <p:nvPr/>
          </p:nvSpPr>
          <p:spPr>
            <a:xfrm>
              <a:off x="211926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3"/>
            <p:cNvSpPr/>
            <p:nvPr/>
          </p:nvSpPr>
          <p:spPr>
            <a:xfrm>
              <a:off x="211926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3"/>
            <p:cNvSpPr/>
            <p:nvPr/>
          </p:nvSpPr>
          <p:spPr>
            <a:xfrm>
              <a:off x="2119263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3"/>
            <p:cNvSpPr/>
            <p:nvPr/>
          </p:nvSpPr>
          <p:spPr>
            <a:xfrm>
              <a:off x="2119263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3"/>
            <p:cNvSpPr/>
            <p:nvPr/>
          </p:nvSpPr>
          <p:spPr>
            <a:xfrm>
              <a:off x="2119263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3"/>
            <p:cNvSpPr/>
            <p:nvPr/>
          </p:nvSpPr>
          <p:spPr>
            <a:xfrm>
              <a:off x="2064579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3"/>
            <p:cNvSpPr/>
            <p:nvPr/>
          </p:nvSpPr>
          <p:spPr>
            <a:xfrm>
              <a:off x="2064579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3"/>
            <p:cNvSpPr/>
            <p:nvPr/>
          </p:nvSpPr>
          <p:spPr>
            <a:xfrm>
              <a:off x="2064579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3"/>
            <p:cNvSpPr/>
            <p:nvPr/>
          </p:nvSpPr>
          <p:spPr>
            <a:xfrm>
              <a:off x="2064579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3"/>
            <p:cNvSpPr/>
            <p:nvPr/>
          </p:nvSpPr>
          <p:spPr>
            <a:xfrm>
              <a:off x="2064579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3"/>
            <p:cNvSpPr/>
            <p:nvPr/>
          </p:nvSpPr>
          <p:spPr>
            <a:xfrm>
              <a:off x="2064579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3"/>
            <p:cNvSpPr/>
            <p:nvPr/>
          </p:nvSpPr>
          <p:spPr>
            <a:xfrm>
              <a:off x="2064579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3"/>
            <p:cNvSpPr/>
            <p:nvPr/>
          </p:nvSpPr>
          <p:spPr>
            <a:xfrm>
              <a:off x="2064579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3"/>
            <p:cNvSpPr/>
            <p:nvPr/>
          </p:nvSpPr>
          <p:spPr>
            <a:xfrm>
              <a:off x="2064579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3"/>
            <p:cNvSpPr/>
            <p:nvPr/>
          </p:nvSpPr>
          <p:spPr>
            <a:xfrm>
              <a:off x="2064579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3"/>
            <p:cNvSpPr/>
            <p:nvPr/>
          </p:nvSpPr>
          <p:spPr>
            <a:xfrm>
              <a:off x="2064579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3"/>
            <p:cNvSpPr/>
            <p:nvPr/>
          </p:nvSpPr>
          <p:spPr>
            <a:xfrm>
              <a:off x="2064579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3"/>
            <p:cNvSpPr/>
            <p:nvPr/>
          </p:nvSpPr>
          <p:spPr>
            <a:xfrm>
              <a:off x="2064579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3"/>
            <p:cNvSpPr/>
            <p:nvPr/>
          </p:nvSpPr>
          <p:spPr>
            <a:xfrm>
              <a:off x="206457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3"/>
            <p:cNvSpPr/>
            <p:nvPr/>
          </p:nvSpPr>
          <p:spPr>
            <a:xfrm>
              <a:off x="2064579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3"/>
            <p:cNvSpPr/>
            <p:nvPr/>
          </p:nvSpPr>
          <p:spPr>
            <a:xfrm>
              <a:off x="2064579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3"/>
            <p:cNvSpPr/>
            <p:nvPr/>
          </p:nvSpPr>
          <p:spPr>
            <a:xfrm>
              <a:off x="2009913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3"/>
            <p:cNvSpPr/>
            <p:nvPr/>
          </p:nvSpPr>
          <p:spPr>
            <a:xfrm>
              <a:off x="2009913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3"/>
            <p:cNvSpPr/>
            <p:nvPr/>
          </p:nvSpPr>
          <p:spPr>
            <a:xfrm>
              <a:off x="2009913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3"/>
            <p:cNvSpPr/>
            <p:nvPr/>
          </p:nvSpPr>
          <p:spPr>
            <a:xfrm>
              <a:off x="2009913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3"/>
            <p:cNvSpPr/>
            <p:nvPr/>
          </p:nvSpPr>
          <p:spPr>
            <a:xfrm>
              <a:off x="2009913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3"/>
            <p:cNvSpPr/>
            <p:nvPr/>
          </p:nvSpPr>
          <p:spPr>
            <a:xfrm>
              <a:off x="2009913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3"/>
            <p:cNvSpPr/>
            <p:nvPr/>
          </p:nvSpPr>
          <p:spPr>
            <a:xfrm>
              <a:off x="2009913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3"/>
            <p:cNvSpPr/>
            <p:nvPr/>
          </p:nvSpPr>
          <p:spPr>
            <a:xfrm>
              <a:off x="2009913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3"/>
            <p:cNvSpPr/>
            <p:nvPr/>
          </p:nvSpPr>
          <p:spPr>
            <a:xfrm>
              <a:off x="2009913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3"/>
            <p:cNvSpPr/>
            <p:nvPr/>
          </p:nvSpPr>
          <p:spPr>
            <a:xfrm>
              <a:off x="2009913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3"/>
            <p:cNvSpPr/>
            <p:nvPr/>
          </p:nvSpPr>
          <p:spPr>
            <a:xfrm>
              <a:off x="2009913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3"/>
            <p:cNvSpPr/>
            <p:nvPr/>
          </p:nvSpPr>
          <p:spPr>
            <a:xfrm>
              <a:off x="2009913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3"/>
            <p:cNvSpPr/>
            <p:nvPr/>
          </p:nvSpPr>
          <p:spPr>
            <a:xfrm>
              <a:off x="2009913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3"/>
            <p:cNvSpPr/>
            <p:nvPr/>
          </p:nvSpPr>
          <p:spPr>
            <a:xfrm>
              <a:off x="2009913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3"/>
            <p:cNvSpPr/>
            <p:nvPr/>
          </p:nvSpPr>
          <p:spPr>
            <a:xfrm>
              <a:off x="2009913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3"/>
            <p:cNvSpPr/>
            <p:nvPr/>
          </p:nvSpPr>
          <p:spPr>
            <a:xfrm>
              <a:off x="2009913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3"/>
            <p:cNvSpPr/>
            <p:nvPr/>
          </p:nvSpPr>
          <p:spPr>
            <a:xfrm>
              <a:off x="2009913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3"/>
            <p:cNvSpPr/>
            <p:nvPr/>
          </p:nvSpPr>
          <p:spPr>
            <a:xfrm>
              <a:off x="2009913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3"/>
            <p:cNvSpPr/>
            <p:nvPr/>
          </p:nvSpPr>
          <p:spPr>
            <a:xfrm>
              <a:off x="1955229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3"/>
            <p:cNvSpPr/>
            <p:nvPr/>
          </p:nvSpPr>
          <p:spPr>
            <a:xfrm>
              <a:off x="1955229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3"/>
            <p:cNvSpPr/>
            <p:nvPr/>
          </p:nvSpPr>
          <p:spPr>
            <a:xfrm>
              <a:off x="1955229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3"/>
            <p:cNvSpPr/>
            <p:nvPr/>
          </p:nvSpPr>
          <p:spPr>
            <a:xfrm>
              <a:off x="1955229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3"/>
            <p:cNvSpPr/>
            <p:nvPr/>
          </p:nvSpPr>
          <p:spPr>
            <a:xfrm>
              <a:off x="1955229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3"/>
            <p:cNvSpPr/>
            <p:nvPr/>
          </p:nvSpPr>
          <p:spPr>
            <a:xfrm>
              <a:off x="1955229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3"/>
            <p:cNvSpPr/>
            <p:nvPr/>
          </p:nvSpPr>
          <p:spPr>
            <a:xfrm>
              <a:off x="1955229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3"/>
            <p:cNvSpPr/>
            <p:nvPr/>
          </p:nvSpPr>
          <p:spPr>
            <a:xfrm>
              <a:off x="1955229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3"/>
            <p:cNvSpPr/>
            <p:nvPr/>
          </p:nvSpPr>
          <p:spPr>
            <a:xfrm>
              <a:off x="1955229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3"/>
            <p:cNvSpPr/>
            <p:nvPr/>
          </p:nvSpPr>
          <p:spPr>
            <a:xfrm>
              <a:off x="1955229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3"/>
            <p:cNvSpPr/>
            <p:nvPr/>
          </p:nvSpPr>
          <p:spPr>
            <a:xfrm>
              <a:off x="1955229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3"/>
            <p:cNvSpPr/>
            <p:nvPr/>
          </p:nvSpPr>
          <p:spPr>
            <a:xfrm>
              <a:off x="1955229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3"/>
            <p:cNvSpPr/>
            <p:nvPr/>
          </p:nvSpPr>
          <p:spPr>
            <a:xfrm>
              <a:off x="1955229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3"/>
            <p:cNvSpPr/>
            <p:nvPr/>
          </p:nvSpPr>
          <p:spPr>
            <a:xfrm>
              <a:off x="1955229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3"/>
            <p:cNvSpPr/>
            <p:nvPr/>
          </p:nvSpPr>
          <p:spPr>
            <a:xfrm>
              <a:off x="1955229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3"/>
            <p:cNvSpPr/>
            <p:nvPr/>
          </p:nvSpPr>
          <p:spPr>
            <a:xfrm>
              <a:off x="1955229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3"/>
            <p:cNvSpPr/>
            <p:nvPr/>
          </p:nvSpPr>
          <p:spPr>
            <a:xfrm>
              <a:off x="1900563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3"/>
            <p:cNvSpPr/>
            <p:nvPr/>
          </p:nvSpPr>
          <p:spPr>
            <a:xfrm>
              <a:off x="1900563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3"/>
            <p:cNvSpPr/>
            <p:nvPr/>
          </p:nvSpPr>
          <p:spPr>
            <a:xfrm>
              <a:off x="1900563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3"/>
            <p:cNvSpPr/>
            <p:nvPr/>
          </p:nvSpPr>
          <p:spPr>
            <a:xfrm>
              <a:off x="1900563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3"/>
            <p:cNvSpPr/>
            <p:nvPr/>
          </p:nvSpPr>
          <p:spPr>
            <a:xfrm>
              <a:off x="1900563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3"/>
            <p:cNvSpPr/>
            <p:nvPr/>
          </p:nvSpPr>
          <p:spPr>
            <a:xfrm>
              <a:off x="1900563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3"/>
            <p:cNvSpPr/>
            <p:nvPr/>
          </p:nvSpPr>
          <p:spPr>
            <a:xfrm>
              <a:off x="1900563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3"/>
            <p:cNvSpPr/>
            <p:nvPr/>
          </p:nvSpPr>
          <p:spPr>
            <a:xfrm>
              <a:off x="1900563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3"/>
            <p:cNvSpPr/>
            <p:nvPr/>
          </p:nvSpPr>
          <p:spPr>
            <a:xfrm>
              <a:off x="1900563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3"/>
            <p:cNvSpPr/>
            <p:nvPr/>
          </p:nvSpPr>
          <p:spPr>
            <a:xfrm>
              <a:off x="1900563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3"/>
            <p:cNvSpPr/>
            <p:nvPr/>
          </p:nvSpPr>
          <p:spPr>
            <a:xfrm>
              <a:off x="1900563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3"/>
            <p:cNvSpPr/>
            <p:nvPr/>
          </p:nvSpPr>
          <p:spPr>
            <a:xfrm>
              <a:off x="1900563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3"/>
            <p:cNvSpPr/>
            <p:nvPr/>
          </p:nvSpPr>
          <p:spPr>
            <a:xfrm>
              <a:off x="1900563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3"/>
            <p:cNvSpPr/>
            <p:nvPr/>
          </p:nvSpPr>
          <p:spPr>
            <a:xfrm>
              <a:off x="1900563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3"/>
            <p:cNvSpPr/>
            <p:nvPr/>
          </p:nvSpPr>
          <p:spPr>
            <a:xfrm>
              <a:off x="1900563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3"/>
            <p:cNvSpPr/>
            <p:nvPr/>
          </p:nvSpPr>
          <p:spPr>
            <a:xfrm>
              <a:off x="1900563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3"/>
            <p:cNvSpPr/>
            <p:nvPr/>
          </p:nvSpPr>
          <p:spPr>
            <a:xfrm>
              <a:off x="1900563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3"/>
            <p:cNvSpPr/>
            <p:nvPr/>
          </p:nvSpPr>
          <p:spPr>
            <a:xfrm>
              <a:off x="1900563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3"/>
            <p:cNvSpPr/>
            <p:nvPr/>
          </p:nvSpPr>
          <p:spPr>
            <a:xfrm>
              <a:off x="1900563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3"/>
            <p:cNvSpPr/>
            <p:nvPr/>
          </p:nvSpPr>
          <p:spPr>
            <a:xfrm>
              <a:off x="1846023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3"/>
            <p:cNvSpPr/>
            <p:nvPr/>
          </p:nvSpPr>
          <p:spPr>
            <a:xfrm>
              <a:off x="1846023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3"/>
            <p:cNvSpPr/>
            <p:nvPr/>
          </p:nvSpPr>
          <p:spPr>
            <a:xfrm>
              <a:off x="1846023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3"/>
            <p:cNvSpPr/>
            <p:nvPr/>
          </p:nvSpPr>
          <p:spPr>
            <a:xfrm>
              <a:off x="1846023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3"/>
            <p:cNvSpPr/>
            <p:nvPr/>
          </p:nvSpPr>
          <p:spPr>
            <a:xfrm>
              <a:off x="1846023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3"/>
            <p:cNvSpPr/>
            <p:nvPr/>
          </p:nvSpPr>
          <p:spPr>
            <a:xfrm>
              <a:off x="184602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3"/>
            <p:cNvSpPr/>
            <p:nvPr/>
          </p:nvSpPr>
          <p:spPr>
            <a:xfrm>
              <a:off x="184602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3"/>
            <p:cNvSpPr/>
            <p:nvPr/>
          </p:nvSpPr>
          <p:spPr>
            <a:xfrm>
              <a:off x="1846023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3"/>
            <p:cNvSpPr/>
            <p:nvPr/>
          </p:nvSpPr>
          <p:spPr>
            <a:xfrm>
              <a:off x="1846023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3"/>
            <p:cNvSpPr/>
            <p:nvPr/>
          </p:nvSpPr>
          <p:spPr>
            <a:xfrm>
              <a:off x="1846023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3"/>
            <p:cNvSpPr/>
            <p:nvPr/>
          </p:nvSpPr>
          <p:spPr>
            <a:xfrm>
              <a:off x="1846023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3"/>
            <p:cNvSpPr/>
            <p:nvPr/>
          </p:nvSpPr>
          <p:spPr>
            <a:xfrm>
              <a:off x="184602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3"/>
            <p:cNvSpPr/>
            <p:nvPr/>
          </p:nvSpPr>
          <p:spPr>
            <a:xfrm>
              <a:off x="1846023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3"/>
            <p:cNvSpPr/>
            <p:nvPr/>
          </p:nvSpPr>
          <p:spPr>
            <a:xfrm>
              <a:off x="1846023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3"/>
            <p:cNvSpPr/>
            <p:nvPr/>
          </p:nvSpPr>
          <p:spPr>
            <a:xfrm>
              <a:off x="1846023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3"/>
            <p:cNvSpPr/>
            <p:nvPr/>
          </p:nvSpPr>
          <p:spPr>
            <a:xfrm>
              <a:off x="184602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3"/>
            <p:cNvSpPr/>
            <p:nvPr/>
          </p:nvSpPr>
          <p:spPr>
            <a:xfrm>
              <a:off x="1846023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3"/>
            <p:cNvSpPr/>
            <p:nvPr/>
          </p:nvSpPr>
          <p:spPr>
            <a:xfrm>
              <a:off x="1846023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3"/>
            <p:cNvSpPr/>
            <p:nvPr/>
          </p:nvSpPr>
          <p:spPr>
            <a:xfrm>
              <a:off x="1791357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3"/>
            <p:cNvSpPr/>
            <p:nvPr/>
          </p:nvSpPr>
          <p:spPr>
            <a:xfrm>
              <a:off x="1791357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3"/>
            <p:cNvSpPr/>
            <p:nvPr/>
          </p:nvSpPr>
          <p:spPr>
            <a:xfrm>
              <a:off x="1791357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3"/>
            <p:cNvSpPr/>
            <p:nvPr/>
          </p:nvSpPr>
          <p:spPr>
            <a:xfrm>
              <a:off x="1791357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3"/>
            <p:cNvSpPr/>
            <p:nvPr/>
          </p:nvSpPr>
          <p:spPr>
            <a:xfrm>
              <a:off x="1791357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3"/>
            <p:cNvSpPr/>
            <p:nvPr/>
          </p:nvSpPr>
          <p:spPr>
            <a:xfrm>
              <a:off x="1791357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3"/>
            <p:cNvSpPr/>
            <p:nvPr/>
          </p:nvSpPr>
          <p:spPr>
            <a:xfrm>
              <a:off x="1791357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3"/>
            <p:cNvSpPr/>
            <p:nvPr/>
          </p:nvSpPr>
          <p:spPr>
            <a:xfrm>
              <a:off x="1791357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3"/>
            <p:cNvSpPr/>
            <p:nvPr/>
          </p:nvSpPr>
          <p:spPr>
            <a:xfrm>
              <a:off x="1791357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3"/>
            <p:cNvSpPr/>
            <p:nvPr/>
          </p:nvSpPr>
          <p:spPr>
            <a:xfrm>
              <a:off x="1791357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3"/>
            <p:cNvSpPr/>
            <p:nvPr/>
          </p:nvSpPr>
          <p:spPr>
            <a:xfrm>
              <a:off x="1791357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3"/>
            <p:cNvSpPr/>
            <p:nvPr/>
          </p:nvSpPr>
          <p:spPr>
            <a:xfrm>
              <a:off x="1791357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3"/>
            <p:cNvSpPr/>
            <p:nvPr/>
          </p:nvSpPr>
          <p:spPr>
            <a:xfrm>
              <a:off x="1791357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3"/>
            <p:cNvSpPr/>
            <p:nvPr/>
          </p:nvSpPr>
          <p:spPr>
            <a:xfrm>
              <a:off x="1791357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3"/>
            <p:cNvSpPr/>
            <p:nvPr/>
          </p:nvSpPr>
          <p:spPr>
            <a:xfrm>
              <a:off x="1791357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3"/>
            <p:cNvSpPr/>
            <p:nvPr/>
          </p:nvSpPr>
          <p:spPr>
            <a:xfrm>
              <a:off x="1791357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3"/>
            <p:cNvSpPr/>
            <p:nvPr/>
          </p:nvSpPr>
          <p:spPr>
            <a:xfrm>
              <a:off x="1791357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3"/>
            <p:cNvSpPr/>
            <p:nvPr/>
          </p:nvSpPr>
          <p:spPr>
            <a:xfrm>
              <a:off x="1736673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3"/>
            <p:cNvSpPr/>
            <p:nvPr/>
          </p:nvSpPr>
          <p:spPr>
            <a:xfrm>
              <a:off x="1736673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3"/>
            <p:cNvSpPr/>
            <p:nvPr/>
          </p:nvSpPr>
          <p:spPr>
            <a:xfrm>
              <a:off x="1736673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3"/>
            <p:cNvSpPr/>
            <p:nvPr/>
          </p:nvSpPr>
          <p:spPr>
            <a:xfrm>
              <a:off x="1736673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3"/>
            <p:cNvSpPr/>
            <p:nvPr/>
          </p:nvSpPr>
          <p:spPr>
            <a:xfrm>
              <a:off x="173667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3"/>
            <p:cNvSpPr/>
            <p:nvPr/>
          </p:nvSpPr>
          <p:spPr>
            <a:xfrm>
              <a:off x="173667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3"/>
            <p:cNvSpPr/>
            <p:nvPr/>
          </p:nvSpPr>
          <p:spPr>
            <a:xfrm>
              <a:off x="1736673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3"/>
            <p:cNvSpPr/>
            <p:nvPr/>
          </p:nvSpPr>
          <p:spPr>
            <a:xfrm>
              <a:off x="1736673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3"/>
            <p:cNvSpPr/>
            <p:nvPr/>
          </p:nvSpPr>
          <p:spPr>
            <a:xfrm>
              <a:off x="1736673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3"/>
            <p:cNvSpPr/>
            <p:nvPr/>
          </p:nvSpPr>
          <p:spPr>
            <a:xfrm>
              <a:off x="1736673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3"/>
            <p:cNvSpPr/>
            <p:nvPr/>
          </p:nvSpPr>
          <p:spPr>
            <a:xfrm>
              <a:off x="173667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3"/>
            <p:cNvSpPr/>
            <p:nvPr/>
          </p:nvSpPr>
          <p:spPr>
            <a:xfrm>
              <a:off x="1736673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3"/>
            <p:cNvSpPr/>
            <p:nvPr/>
          </p:nvSpPr>
          <p:spPr>
            <a:xfrm>
              <a:off x="1736673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3"/>
            <p:cNvSpPr/>
            <p:nvPr/>
          </p:nvSpPr>
          <p:spPr>
            <a:xfrm>
              <a:off x="1736673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3"/>
            <p:cNvSpPr/>
            <p:nvPr/>
          </p:nvSpPr>
          <p:spPr>
            <a:xfrm>
              <a:off x="173667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3"/>
            <p:cNvSpPr/>
            <p:nvPr/>
          </p:nvSpPr>
          <p:spPr>
            <a:xfrm>
              <a:off x="1736673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3"/>
            <p:cNvSpPr/>
            <p:nvPr/>
          </p:nvSpPr>
          <p:spPr>
            <a:xfrm>
              <a:off x="1736673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3"/>
            <p:cNvSpPr/>
            <p:nvPr/>
          </p:nvSpPr>
          <p:spPr>
            <a:xfrm>
              <a:off x="1736673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3"/>
            <p:cNvSpPr/>
            <p:nvPr/>
          </p:nvSpPr>
          <p:spPr>
            <a:xfrm>
              <a:off x="1682007" y="2763388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3"/>
            <p:cNvSpPr/>
            <p:nvPr/>
          </p:nvSpPr>
          <p:spPr>
            <a:xfrm>
              <a:off x="1682007" y="2708848"/>
              <a:ext cx="44766" cy="38237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3"/>
            <p:cNvSpPr/>
            <p:nvPr/>
          </p:nvSpPr>
          <p:spPr>
            <a:xfrm>
              <a:off x="1682007" y="2654182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3"/>
            <p:cNvSpPr/>
            <p:nvPr/>
          </p:nvSpPr>
          <p:spPr>
            <a:xfrm>
              <a:off x="1682007" y="2599498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3"/>
            <p:cNvSpPr/>
            <p:nvPr/>
          </p:nvSpPr>
          <p:spPr>
            <a:xfrm>
              <a:off x="1682007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3"/>
            <p:cNvSpPr/>
            <p:nvPr/>
          </p:nvSpPr>
          <p:spPr>
            <a:xfrm>
              <a:off x="1682007" y="2490148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3"/>
            <p:cNvSpPr/>
            <p:nvPr/>
          </p:nvSpPr>
          <p:spPr>
            <a:xfrm>
              <a:off x="1682007" y="2435482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3"/>
            <p:cNvSpPr/>
            <p:nvPr/>
          </p:nvSpPr>
          <p:spPr>
            <a:xfrm>
              <a:off x="1682007" y="238079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3"/>
            <p:cNvSpPr/>
            <p:nvPr/>
          </p:nvSpPr>
          <p:spPr>
            <a:xfrm>
              <a:off x="1682007" y="2326115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3"/>
            <p:cNvSpPr/>
            <p:nvPr/>
          </p:nvSpPr>
          <p:spPr>
            <a:xfrm>
              <a:off x="1682007" y="2271592"/>
              <a:ext cx="44766" cy="38219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3"/>
            <p:cNvSpPr/>
            <p:nvPr/>
          </p:nvSpPr>
          <p:spPr>
            <a:xfrm>
              <a:off x="1682007" y="2216926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3"/>
            <p:cNvSpPr/>
            <p:nvPr/>
          </p:nvSpPr>
          <p:spPr>
            <a:xfrm>
              <a:off x="1682007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3"/>
            <p:cNvSpPr/>
            <p:nvPr/>
          </p:nvSpPr>
          <p:spPr>
            <a:xfrm>
              <a:off x="1682007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3"/>
            <p:cNvSpPr/>
            <p:nvPr/>
          </p:nvSpPr>
          <p:spPr>
            <a:xfrm>
              <a:off x="1682007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3"/>
            <p:cNvSpPr/>
            <p:nvPr/>
          </p:nvSpPr>
          <p:spPr>
            <a:xfrm>
              <a:off x="1682007" y="1889003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3"/>
            <p:cNvSpPr/>
            <p:nvPr/>
          </p:nvSpPr>
          <p:spPr>
            <a:xfrm>
              <a:off x="1627324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3"/>
            <p:cNvSpPr/>
            <p:nvPr/>
          </p:nvSpPr>
          <p:spPr>
            <a:xfrm>
              <a:off x="1627324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3"/>
            <p:cNvSpPr/>
            <p:nvPr/>
          </p:nvSpPr>
          <p:spPr>
            <a:xfrm>
              <a:off x="1627324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3"/>
            <p:cNvSpPr/>
            <p:nvPr/>
          </p:nvSpPr>
          <p:spPr>
            <a:xfrm>
              <a:off x="1627324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3"/>
            <p:cNvSpPr/>
            <p:nvPr/>
          </p:nvSpPr>
          <p:spPr>
            <a:xfrm>
              <a:off x="1627324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3"/>
            <p:cNvSpPr/>
            <p:nvPr/>
          </p:nvSpPr>
          <p:spPr>
            <a:xfrm>
              <a:off x="1627324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3"/>
            <p:cNvSpPr/>
            <p:nvPr/>
          </p:nvSpPr>
          <p:spPr>
            <a:xfrm>
              <a:off x="1627324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3"/>
            <p:cNvSpPr/>
            <p:nvPr/>
          </p:nvSpPr>
          <p:spPr>
            <a:xfrm>
              <a:off x="1627324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3"/>
            <p:cNvSpPr/>
            <p:nvPr/>
          </p:nvSpPr>
          <p:spPr>
            <a:xfrm>
              <a:off x="1627324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3"/>
            <p:cNvSpPr/>
            <p:nvPr/>
          </p:nvSpPr>
          <p:spPr>
            <a:xfrm>
              <a:off x="1627324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3"/>
            <p:cNvSpPr/>
            <p:nvPr/>
          </p:nvSpPr>
          <p:spPr>
            <a:xfrm>
              <a:off x="1627324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3"/>
            <p:cNvSpPr/>
            <p:nvPr/>
          </p:nvSpPr>
          <p:spPr>
            <a:xfrm>
              <a:off x="1627324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3"/>
            <p:cNvSpPr/>
            <p:nvPr/>
          </p:nvSpPr>
          <p:spPr>
            <a:xfrm>
              <a:off x="1627324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3"/>
            <p:cNvSpPr/>
            <p:nvPr/>
          </p:nvSpPr>
          <p:spPr>
            <a:xfrm>
              <a:off x="1627324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3"/>
            <p:cNvSpPr/>
            <p:nvPr/>
          </p:nvSpPr>
          <p:spPr>
            <a:xfrm>
              <a:off x="1627324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3"/>
            <p:cNvSpPr/>
            <p:nvPr/>
          </p:nvSpPr>
          <p:spPr>
            <a:xfrm>
              <a:off x="1572801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3"/>
            <p:cNvSpPr/>
            <p:nvPr/>
          </p:nvSpPr>
          <p:spPr>
            <a:xfrm>
              <a:off x="1572801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3"/>
            <p:cNvSpPr/>
            <p:nvPr/>
          </p:nvSpPr>
          <p:spPr>
            <a:xfrm>
              <a:off x="1572801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3"/>
            <p:cNvSpPr/>
            <p:nvPr/>
          </p:nvSpPr>
          <p:spPr>
            <a:xfrm>
              <a:off x="1572801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3"/>
            <p:cNvSpPr/>
            <p:nvPr/>
          </p:nvSpPr>
          <p:spPr>
            <a:xfrm>
              <a:off x="1572801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3"/>
            <p:cNvSpPr/>
            <p:nvPr/>
          </p:nvSpPr>
          <p:spPr>
            <a:xfrm>
              <a:off x="1572801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3"/>
            <p:cNvSpPr/>
            <p:nvPr/>
          </p:nvSpPr>
          <p:spPr>
            <a:xfrm>
              <a:off x="1572801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3"/>
            <p:cNvSpPr/>
            <p:nvPr/>
          </p:nvSpPr>
          <p:spPr>
            <a:xfrm>
              <a:off x="1572801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3"/>
            <p:cNvSpPr/>
            <p:nvPr/>
          </p:nvSpPr>
          <p:spPr>
            <a:xfrm>
              <a:off x="1572801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3"/>
            <p:cNvSpPr/>
            <p:nvPr/>
          </p:nvSpPr>
          <p:spPr>
            <a:xfrm>
              <a:off x="1518117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3"/>
            <p:cNvSpPr/>
            <p:nvPr/>
          </p:nvSpPr>
          <p:spPr>
            <a:xfrm>
              <a:off x="1518117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3"/>
            <p:cNvSpPr/>
            <p:nvPr/>
          </p:nvSpPr>
          <p:spPr>
            <a:xfrm>
              <a:off x="1518117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3"/>
            <p:cNvSpPr/>
            <p:nvPr/>
          </p:nvSpPr>
          <p:spPr>
            <a:xfrm>
              <a:off x="1518117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3"/>
            <p:cNvSpPr/>
            <p:nvPr/>
          </p:nvSpPr>
          <p:spPr>
            <a:xfrm>
              <a:off x="1518117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3"/>
            <p:cNvSpPr/>
            <p:nvPr/>
          </p:nvSpPr>
          <p:spPr>
            <a:xfrm>
              <a:off x="1518117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3"/>
            <p:cNvSpPr/>
            <p:nvPr/>
          </p:nvSpPr>
          <p:spPr>
            <a:xfrm>
              <a:off x="1518117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3"/>
            <p:cNvSpPr/>
            <p:nvPr/>
          </p:nvSpPr>
          <p:spPr>
            <a:xfrm>
              <a:off x="1463452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3"/>
            <p:cNvSpPr/>
            <p:nvPr/>
          </p:nvSpPr>
          <p:spPr>
            <a:xfrm>
              <a:off x="1463452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3"/>
            <p:cNvSpPr/>
            <p:nvPr/>
          </p:nvSpPr>
          <p:spPr>
            <a:xfrm>
              <a:off x="1463452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3"/>
            <p:cNvSpPr/>
            <p:nvPr/>
          </p:nvSpPr>
          <p:spPr>
            <a:xfrm>
              <a:off x="1463452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3"/>
            <p:cNvSpPr/>
            <p:nvPr/>
          </p:nvSpPr>
          <p:spPr>
            <a:xfrm>
              <a:off x="1463452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3"/>
            <p:cNvSpPr/>
            <p:nvPr/>
          </p:nvSpPr>
          <p:spPr>
            <a:xfrm>
              <a:off x="1463452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3"/>
            <p:cNvSpPr/>
            <p:nvPr/>
          </p:nvSpPr>
          <p:spPr>
            <a:xfrm>
              <a:off x="1408768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3"/>
            <p:cNvSpPr/>
            <p:nvPr/>
          </p:nvSpPr>
          <p:spPr>
            <a:xfrm>
              <a:off x="1408768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3"/>
            <p:cNvSpPr/>
            <p:nvPr/>
          </p:nvSpPr>
          <p:spPr>
            <a:xfrm>
              <a:off x="1408768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3"/>
            <p:cNvSpPr/>
            <p:nvPr/>
          </p:nvSpPr>
          <p:spPr>
            <a:xfrm>
              <a:off x="1408768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3"/>
            <p:cNvSpPr/>
            <p:nvPr/>
          </p:nvSpPr>
          <p:spPr>
            <a:xfrm>
              <a:off x="1354102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3"/>
            <p:cNvSpPr/>
            <p:nvPr/>
          </p:nvSpPr>
          <p:spPr>
            <a:xfrm>
              <a:off x="1354102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3"/>
            <p:cNvSpPr/>
            <p:nvPr/>
          </p:nvSpPr>
          <p:spPr>
            <a:xfrm>
              <a:off x="1354102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3"/>
            <p:cNvSpPr/>
            <p:nvPr/>
          </p:nvSpPr>
          <p:spPr>
            <a:xfrm>
              <a:off x="1354102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3"/>
            <p:cNvSpPr/>
            <p:nvPr/>
          </p:nvSpPr>
          <p:spPr>
            <a:xfrm>
              <a:off x="1299418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3"/>
            <p:cNvSpPr/>
            <p:nvPr/>
          </p:nvSpPr>
          <p:spPr>
            <a:xfrm>
              <a:off x="1299418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3"/>
            <p:cNvSpPr/>
            <p:nvPr/>
          </p:nvSpPr>
          <p:spPr>
            <a:xfrm>
              <a:off x="129941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3"/>
            <p:cNvSpPr/>
            <p:nvPr/>
          </p:nvSpPr>
          <p:spPr>
            <a:xfrm>
              <a:off x="129941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3"/>
            <p:cNvSpPr/>
            <p:nvPr/>
          </p:nvSpPr>
          <p:spPr>
            <a:xfrm>
              <a:off x="1244752" y="2216926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3"/>
            <p:cNvSpPr/>
            <p:nvPr/>
          </p:nvSpPr>
          <p:spPr>
            <a:xfrm>
              <a:off x="1244752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3"/>
            <p:cNvSpPr/>
            <p:nvPr/>
          </p:nvSpPr>
          <p:spPr>
            <a:xfrm>
              <a:off x="1244752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3"/>
            <p:cNvSpPr/>
            <p:nvPr/>
          </p:nvSpPr>
          <p:spPr>
            <a:xfrm>
              <a:off x="1244752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3"/>
            <p:cNvSpPr/>
            <p:nvPr/>
          </p:nvSpPr>
          <p:spPr>
            <a:xfrm>
              <a:off x="1190068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3"/>
            <p:cNvSpPr/>
            <p:nvPr/>
          </p:nvSpPr>
          <p:spPr>
            <a:xfrm>
              <a:off x="1190068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3"/>
            <p:cNvSpPr/>
            <p:nvPr/>
          </p:nvSpPr>
          <p:spPr>
            <a:xfrm>
              <a:off x="1190068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3"/>
            <p:cNvSpPr/>
            <p:nvPr/>
          </p:nvSpPr>
          <p:spPr>
            <a:xfrm>
              <a:off x="1190068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3"/>
            <p:cNvSpPr/>
            <p:nvPr/>
          </p:nvSpPr>
          <p:spPr>
            <a:xfrm>
              <a:off x="1135546" y="2271592"/>
              <a:ext cx="44730" cy="38219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3"/>
            <p:cNvSpPr/>
            <p:nvPr/>
          </p:nvSpPr>
          <p:spPr>
            <a:xfrm>
              <a:off x="1135546" y="2216909"/>
              <a:ext cx="44730" cy="38237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3"/>
            <p:cNvSpPr/>
            <p:nvPr/>
          </p:nvSpPr>
          <p:spPr>
            <a:xfrm>
              <a:off x="1135546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3"/>
            <p:cNvSpPr/>
            <p:nvPr/>
          </p:nvSpPr>
          <p:spPr>
            <a:xfrm>
              <a:off x="1135546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3"/>
            <p:cNvSpPr/>
            <p:nvPr/>
          </p:nvSpPr>
          <p:spPr>
            <a:xfrm>
              <a:off x="1135546" y="2053036"/>
              <a:ext cx="44730" cy="38219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3"/>
            <p:cNvSpPr/>
            <p:nvPr/>
          </p:nvSpPr>
          <p:spPr>
            <a:xfrm>
              <a:off x="1080862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3"/>
            <p:cNvSpPr/>
            <p:nvPr/>
          </p:nvSpPr>
          <p:spPr>
            <a:xfrm>
              <a:off x="1080862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3"/>
            <p:cNvSpPr/>
            <p:nvPr/>
          </p:nvSpPr>
          <p:spPr>
            <a:xfrm>
              <a:off x="1080862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3"/>
            <p:cNvSpPr/>
            <p:nvPr/>
          </p:nvSpPr>
          <p:spPr>
            <a:xfrm>
              <a:off x="1080862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3"/>
            <p:cNvSpPr/>
            <p:nvPr/>
          </p:nvSpPr>
          <p:spPr>
            <a:xfrm>
              <a:off x="1080862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3"/>
            <p:cNvSpPr/>
            <p:nvPr/>
          </p:nvSpPr>
          <p:spPr>
            <a:xfrm>
              <a:off x="1080862" y="2053036"/>
              <a:ext cx="44586" cy="38202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3"/>
            <p:cNvSpPr/>
            <p:nvPr/>
          </p:nvSpPr>
          <p:spPr>
            <a:xfrm>
              <a:off x="1026196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3"/>
            <p:cNvSpPr/>
            <p:nvPr/>
          </p:nvSpPr>
          <p:spPr>
            <a:xfrm>
              <a:off x="1026196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3"/>
            <p:cNvSpPr/>
            <p:nvPr/>
          </p:nvSpPr>
          <p:spPr>
            <a:xfrm>
              <a:off x="1026196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3"/>
            <p:cNvSpPr/>
            <p:nvPr/>
          </p:nvSpPr>
          <p:spPr>
            <a:xfrm>
              <a:off x="1026196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3"/>
            <p:cNvSpPr/>
            <p:nvPr/>
          </p:nvSpPr>
          <p:spPr>
            <a:xfrm>
              <a:off x="4031887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3"/>
            <p:cNvSpPr/>
            <p:nvPr/>
          </p:nvSpPr>
          <p:spPr>
            <a:xfrm>
              <a:off x="4031887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3"/>
            <p:cNvSpPr/>
            <p:nvPr/>
          </p:nvSpPr>
          <p:spPr>
            <a:xfrm>
              <a:off x="4086571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3"/>
            <p:cNvSpPr/>
            <p:nvPr/>
          </p:nvSpPr>
          <p:spPr>
            <a:xfrm>
              <a:off x="4086571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3"/>
            <p:cNvSpPr/>
            <p:nvPr/>
          </p:nvSpPr>
          <p:spPr>
            <a:xfrm>
              <a:off x="4141237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3"/>
            <p:cNvSpPr/>
            <p:nvPr/>
          </p:nvSpPr>
          <p:spPr>
            <a:xfrm>
              <a:off x="4086571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3"/>
            <p:cNvSpPr/>
            <p:nvPr/>
          </p:nvSpPr>
          <p:spPr>
            <a:xfrm>
              <a:off x="4523683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3"/>
            <p:cNvSpPr/>
            <p:nvPr/>
          </p:nvSpPr>
          <p:spPr>
            <a:xfrm>
              <a:off x="4523683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3"/>
            <p:cNvSpPr/>
            <p:nvPr/>
          </p:nvSpPr>
          <p:spPr>
            <a:xfrm>
              <a:off x="4523683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3"/>
            <p:cNvSpPr/>
            <p:nvPr/>
          </p:nvSpPr>
          <p:spPr>
            <a:xfrm>
              <a:off x="4523683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3"/>
            <p:cNvSpPr/>
            <p:nvPr/>
          </p:nvSpPr>
          <p:spPr>
            <a:xfrm>
              <a:off x="4523683" y="2216926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3"/>
            <p:cNvSpPr/>
            <p:nvPr/>
          </p:nvSpPr>
          <p:spPr>
            <a:xfrm>
              <a:off x="4523683" y="2271592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3"/>
            <p:cNvSpPr/>
            <p:nvPr/>
          </p:nvSpPr>
          <p:spPr>
            <a:xfrm>
              <a:off x="4523683" y="2326115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3"/>
            <p:cNvSpPr/>
            <p:nvPr/>
          </p:nvSpPr>
          <p:spPr>
            <a:xfrm>
              <a:off x="4523683" y="238079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3"/>
            <p:cNvSpPr/>
            <p:nvPr/>
          </p:nvSpPr>
          <p:spPr>
            <a:xfrm>
              <a:off x="4523683" y="2435482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3"/>
            <p:cNvSpPr/>
            <p:nvPr/>
          </p:nvSpPr>
          <p:spPr>
            <a:xfrm>
              <a:off x="4523683" y="2490148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3"/>
            <p:cNvSpPr/>
            <p:nvPr/>
          </p:nvSpPr>
          <p:spPr>
            <a:xfrm>
              <a:off x="4523683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3"/>
            <p:cNvSpPr/>
            <p:nvPr/>
          </p:nvSpPr>
          <p:spPr>
            <a:xfrm>
              <a:off x="4523683" y="2599498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3"/>
            <p:cNvSpPr/>
            <p:nvPr/>
          </p:nvSpPr>
          <p:spPr>
            <a:xfrm>
              <a:off x="4523683" y="2654182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3"/>
            <p:cNvSpPr/>
            <p:nvPr/>
          </p:nvSpPr>
          <p:spPr>
            <a:xfrm>
              <a:off x="4523683" y="2708848"/>
              <a:ext cx="44766" cy="38237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3"/>
            <p:cNvSpPr/>
            <p:nvPr/>
          </p:nvSpPr>
          <p:spPr>
            <a:xfrm>
              <a:off x="4250443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3"/>
            <p:cNvSpPr/>
            <p:nvPr/>
          </p:nvSpPr>
          <p:spPr>
            <a:xfrm>
              <a:off x="4250443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3"/>
            <p:cNvSpPr/>
            <p:nvPr/>
          </p:nvSpPr>
          <p:spPr>
            <a:xfrm>
              <a:off x="4250443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3"/>
            <p:cNvSpPr/>
            <p:nvPr/>
          </p:nvSpPr>
          <p:spPr>
            <a:xfrm>
              <a:off x="4250443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3"/>
            <p:cNvSpPr/>
            <p:nvPr/>
          </p:nvSpPr>
          <p:spPr>
            <a:xfrm>
              <a:off x="4250443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3"/>
            <p:cNvSpPr/>
            <p:nvPr/>
          </p:nvSpPr>
          <p:spPr>
            <a:xfrm>
              <a:off x="4250443" y="227159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3"/>
            <p:cNvSpPr/>
            <p:nvPr/>
          </p:nvSpPr>
          <p:spPr>
            <a:xfrm>
              <a:off x="4250443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3"/>
            <p:cNvSpPr/>
            <p:nvPr/>
          </p:nvSpPr>
          <p:spPr>
            <a:xfrm>
              <a:off x="4250443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3"/>
            <p:cNvSpPr/>
            <p:nvPr/>
          </p:nvSpPr>
          <p:spPr>
            <a:xfrm>
              <a:off x="4250443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3"/>
            <p:cNvSpPr/>
            <p:nvPr/>
          </p:nvSpPr>
          <p:spPr>
            <a:xfrm>
              <a:off x="4250443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3"/>
            <p:cNvSpPr/>
            <p:nvPr/>
          </p:nvSpPr>
          <p:spPr>
            <a:xfrm>
              <a:off x="4250443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3"/>
            <p:cNvSpPr/>
            <p:nvPr/>
          </p:nvSpPr>
          <p:spPr>
            <a:xfrm>
              <a:off x="4250443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3"/>
            <p:cNvSpPr/>
            <p:nvPr/>
          </p:nvSpPr>
          <p:spPr>
            <a:xfrm>
              <a:off x="3977203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3"/>
            <p:cNvSpPr/>
            <p:nvPr/>
          </p:nvSpPr>
          <p:spPr>
            <a:xfrm>
              <a:off x="3977203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3"/>
            <p:cNvSpPr/>
            <p:nvPr/>
          </p:nvSpPr>
          <p:spPr>
            <a:xfrm>
              <a:off x="3977203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3"/>
            <p:cNvSpPr/>
            <p:nvPr/>
          </p:nvSpPr>
          <p:spPr>
            <a:xfrm>
              <a:off x="3977203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3"/>
            <p:cNvSpPr/>
            <p:nvPr/>
          </p:nvSpPr>
          <p:spPr>
            <a:xfrm>
              <a:off x="4031887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3"/>
            <p:cNvSpPr/>
            <p:nvPr/>
          </p:nvSpPr>
          <p:spPr>
            <a:xfrm>
              <a:off x="4031887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3"/>
            <p:cNvSpPr/>
            <p:nvPr/>
          </p:nvSpPr>
          <p:spPr>
            <a:xfrm>
              <a:off x="4086571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3"/>
            <p:cNvSpPr/>
            <p:nvPr/>
          </p:nvSpPr>
          <p:spPr>
            <a:xfrm>
              <a:off x="4086571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3"/>
            <p:cNvSpPr/>
            <p:nvPr/>
          </p:nvSpPr>
          <p:spPr>
            <a:xfrm>
              <a:off x="4086571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3"/>
            <p:cNvSpPr/>
            <p:nvPr/>
          </p:nvSpPr>
          <p:spPr>
            <a:xfrm>
              <a:off x="4086571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3"/>
            <p:cNvSpPr/>
            <p:nvPr/>
          </p:nvSpPr>
          <p:spPr>
            <a:xfrm>
              <a:off x="4086571" y="227159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3"/>
            <p:cNvSpPr/>
            <p:nvPr/>
          </p:nvSpPr>
          <p:spPr>
            <a:xfrm>
              <a:off x="4086571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3"/>
            <p:cNvSpPr/>
            <p:nvPr/>
          </p:nvSpPr>
          <p:spPr>
            <a:xfrm>
              <a:off x="4086571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3"/>
            <p:cNvSpPr/>
            <p:nvPr/>
          </p:nvSpPr>
          <p:spPr>
            <a:xfrm>
              <a:off x="4086571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3"/>
            <p:cNvSpPr/>
            <p:nvPr/>
          </p:nvSpPr>
          <p:spPr>
            <a:xfrm>
              <a:off x="4086571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3"/>
            <p:cNvSpPr/>
            <p:nvPr/>
          </p:nvSpPr>
          <p:spPr>
            <a:xfrm>
              <a:off x="408657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3"/>
            <p:cNvSpPr/>
            <p:nvPr/>
          </p:nvSpPr>
          <p:spPr>
            <a:xfrm>
              <a:off x="4086571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3"/>
            <p:cNvSpPr/>
            <p:nvPr/>
          </p:nvSpPr>
          <p:spPr>
            <a:xfrm>
              <a:off x="4086571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3"/>
            <p:cNvSpPr/>
            <p:nvPr/>
          </p:nvSpPr>
          <p:spPr>
            <a:xfrm>
              <a:off x="4141237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3"/>
            <p:cNvSpPr/>
            <p:nvPr/>
          </p:nvSpPr>
          <p:spPr>
            <a:xfrm>
              <a:off x="4141237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3"/>
            <p:cNvSpPr/>
            <p:nvPr/>
          </p:nvSpPr>
          <p:spPr>
            <a:xfrm>
              <a:off x="4141237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3"/>
            <p:cNvSpPr/>
            <p:nvPr/>
          </p:nvSpPr>
          <p:spPr>
            <a:xfrm>
              <a:off x="4141237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3"/>
            <p:cNvSpPr/>
            <p:nvPr/>
          </p:nvSpPr>
          <p:spPr>
            <a:xfrm>
              <a:off x="4141237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3"/>
            <p:cNvSpPr/>
            <p:nvPr/>
          </p:nvSpPr>
          <p:spPr>
            <a:xfrm>
              <a:off x="4141237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3"/>
            <p:cNvSpPr/>
            <p:nvPr/>
          </p:nvSpPr>
          <p:spPr>
            <a:xfrm>
              <a:off x="4141237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3"/>
            <p:cNvSpPr/>
            <p:nvPr/>
          </p:nvSpPr>
          <p:spPr>
            <a:xfrm>
              <a:off x="4141237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3"/>
            <p:cNvSpPr/>
            <p:nvPr/>
          </p:nvSpPr>
          <p:spPr>
            <a:xfrm>
              <a:off x="4141237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3"/>
            <p:cNvSpPr/>
            <p:nvPr/>
          </p:nvSpPr>
          <p:spPr>
            <a:xfrm>
              <a:off x="4141237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3"/>
            <p:cNvSpPr/>
            <p:nvPr/>
          </p:nvSpPr>
          <p:spPr>
            <a:xfrm>
              <a:off x="4141237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3"/>
            <p:cNvSpPr/>
            <p:nvPr/>
          </p:nvSpPr>
          <p:spPr>
            <a:xfrm>
              <a:off x="4141237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3"/>
            <p:cNvSpPr/>
            <p:nvPr/>
          </p:nvSpPr>
          <p:spPr>
            <a:xfrm>
              <a:off x="4195921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3"/>
            <p:cNvSpPr/>
            <p:nvPr/>
          </p:nvSpPr>
          <p:spPr>
            <a:xfrm>
              <a:off x="4195921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3"/>
            <p:cNvSpPr/>
            <p:nvPr/>
          </p:nvSpPr>
          <p:spPr>
            <a:xfrm>
              <a:off x="4195921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3"/>
            <p:cNvSpPr/>
            <p:nvPr/>
          </p:nvSpPr>
          <p:spPr>
            <a:xfrm>
              <a:off x="4195921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3"/>
            <p:cNvSpPr/>
            <p:nvPr/>
          </p:nvSpPr>
          <p:spPr>
            <a:xfrm>
              <a:off x="4195921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3"/>
            <p:cNvSpPr/>
            <p:nvPr/>
          </p:nvSpPr>
          <p:spPr>
            <a:xfrm>
              <a:off x="4195921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3"/>
            <p:cNvSpPr/>
            <p:nvPr/>
          </p:nvSpPr>
          <p:spPr>
            <a:xfrm>
              <a:off x="4195921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3"/>
            <p:cNvSpPr/>
            <p:nvPr/>
          </p:nvSpPr>
          <p:spPr>
            <a:xfrm>
              <a:off x="4195921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3"/>
            <p:cNvSpPr/>
            <p:nvPr/>
          </p:nvSpPr>
          <p:spPr>
            <a:xfrm>
              <a:off x="4195921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3"/>
            <p:cNvSpPr/>
            <p:nvPr/>
          </p:nvSpPr>
          <p:spPr>
            <a:xfrm>
              <a:off x="419592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3"/>
            <p:cNvSpPr/>
            <p:nvPr/>
          </p:nvSpPr>
          <p:spPr>
            <a:xfrm>
              <a:off x="4195921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3"/>
            <p:cNvSpPr/>
            <p:nvPr/>
          </p:nvSpPr>
          <p:spPr>
            <a:xfrm>
              <a:off x="4195921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3"/>
            <p:cNvSpPr/>
            <p:nvPr/>
          </p:nvSpPr>
          <p:spPr>
            <a:xfrm>
              <a:off x="4250443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3"/>
            <p:cNvSpPr/>
            <p:nvPr/>
          </p:nvSpPr>
          <p:spPr>
            <a:xfrm>
              <a:off x="4250443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3"/>
            <p:cNvSpPr/>
            <p:nvPr/>
          </p:nvSpPr>
          <p:spPr>
            <a:xfrm>
              <a:off x="4305127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3"/>
            <p:cNvSpPr/>
            <p:nvPr/>
          </p:nvSpPr>
          <p:spPr>
            <a:xfrm>
              <a:off x="4305127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3"/>
            <p:cNvSpPr/>
            <p:nvPr/>
          </p:nvSpPr>
          <p:spPr>
            <a:xfrm>
              <a:off x="4305127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3"/>
            <p:cNvSpPr/>
            <p:nvPr/>
          </p:nvSpPr>
          <p:spPr>
            <a:xfrm>
              <a:off x="4305127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3"/>
            <p:cNvSpPr/>
            <p:nvPr/>
          </p:nvSpPr>
          <p:spPr>
            <a:xfrm>
              <a:off x="4305127" y="2216926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3"/>
            <p:cNvSpPr/>
            <p:nvPr/>
          </p:nvSpPr>
          <p:spPr>
            <a:xfrm>
              <a:off x="4305127" y="2271592"/>
              <a:ext cx="44766" cy="38219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3"/>
            <p:cNvSpPr/>
            <p:nvPr/>
          </p:nvSpPr>
          <p:spPr>
            <a:xfrm>
              <a:off x="4305127" y="2326115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3"/>
            <p:cNvSpPr/>
            <p:nvPr/>
          </p:nvSpPr>
          <p:spPr>
            <a:xfrm>
              <a:off x="4305127" y="238079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3"/>
            <p:cNvSpPr/>
            <p:nvPr/>
          </p:nvSpPr>
          <p:spPr>
            <a:xfrm>
              <a:off x="4305127" y="2435482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3"/>
            <p:cNvSpPr/>
            <p:nvPr/>
          </p:nvSpPr>
          <p:spPr>
            <a:xfrm>
              <a:off x="4305127" y="2490148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3"/>
            <p:cNvSpPr/>
            <p:nvPr/>
          </p:nvSpPr>
          <p:spPr>
            <a:xfrm>
              <a:off x="4305127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3"/>
            <p:cNvSpPr/>
            <p:nvPr/>
          </p:nvSpPr>
          <p:spPr>
            <a:xfrm>
              <a:off x="4305127" y="2599498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3"/>
            <p:cNvSpPr/>
            <p:nvPr/>
          </p:nvSpPr>
          <p:spPr>
            <a:xfrm>
              <a:off x="4305127" y="2654182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3"/>
            <p:cNvSpPr/>
            <p:nvPr/>
          </p:nvSpPr>
          <p:spPr>
            <a:xfrm>
              <a:off x="4305127" y="2708848"/>
              <a:ext cx="44766" cy="38237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3"/>
            <p:cNvSpPr/>
            <p:nvPr/>
          </p:nvSpPr>
          <p:spPr>
            <a:xfrm>
              <a:off x="4359793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3"/>
            <p:cNvSpPr/>
            <p:nvPr/>
          </p:nvSpPr>
          <p:spPr>
            <a:xfrm>
              <a:off x="4359793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3"/>
            <p:cNvSpPr/>
            <p:nvPr/>
          </p:nvSpPr>
          <p:spPr>
            <a:xfrm>
              <a:off x="435979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3"/>
            <p:cNvSpPr/>
            <p:nvPr/>
          </p:nvSpPr>
          <p:spPr>
            <a:xfrm>
              <a:off x="4359793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3"/>
            <p:cNvSpPr/>
            <p:nvPr/>
          </p:nvSpPr>
          <p:spPr>
            <a:xfrm>
              <a:off x="4359793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3"/>
            <p:cNvSpPr/>
            <p:nvPr/>
          </p:nvSpPr>
          <p:spPr>
            <a:xfrm>
              <a:off x="4359793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3"/>
            <p:cNvSpPr/>
            <p:nvPr/>
          </p:nvSpPr>
          <p:spPr>
            <a:xfrm>
              <a:off x="435979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3"/>
            <p:cNvSpPr/>
            <p:nvPr/>
          </p:nvSpPr>
          <p:spPr>
            <a:xfrm>
              <a:off x="4359793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3"/>
            <p:cNvSpPr/>
            <p:nvPr/>
          </p:nvSpPr>
          <p:spPr>
            <a:xfrm>
              <a:off x="4359793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3"/>
            <p:cNvSpPr/>
            <p:nvPr/>
          </p:nvSpPr>
          <p:spPr>
            <a:xfrm>
              <a:off x="4359793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3"/>
            <p:cNvSpPr/>
            <p:nvPr/>
          </p:nvSpPr>
          <p:spPr>
            <a:xfrm>
              <a:off x="4359793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3"/>
            <p:cNvSpPr/>
            <p:nvPr/>
          </p:nvSpPr>
          <p:spPr>
            <a:xfrm>
              <a:off x="435979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3"/>
            <p:cNvSpPr/>
            <p:nvPr/>
          </p:nvSpPr>
          <p:spPr>
            <a:xfrm>
              <a:off x="435979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3"/>
            <p:cNvSpPr/>
            <p:nvPr/>
          </p:nvSpPr>
          <p:spPr>
            <a:xfrm>
              <a:off x="4359793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3"/>
            <p:cNvSpPr/>
            <p:nvPr/>
          </p:nvSpPr>
          <p:spPr>
            <a:xfrm>
              <a:off x="4359793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3"/>
            <p:cNvSpPr/>
            <p:nvPr/>
          </p:nvSpPr>
          <p:spPr>
            <a:xfrm>
              <a:off x="4414476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3"/>
            <p:cNvSpPr/>
            <p:nvPr/>
          </p:nvSpPr>
          <p:spPr>
            <a:xfrm>
              <a:off x="4414476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3"/>
            <p:cNvSpPr/>
            <p:nvPr/>
          </p:nvSpPr>
          <p:spPr>
            <a:xfrm>
              <a:off x="4414476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3"/>
            <p:cNvSpPr/>
            <p:nvPr/>
          </p:nvSpPr>
          <p:spPr>
            <a:xfrm>
              <a:off x="4414476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3"/>
            <p:cNvSpPr/>
            <p:nvPr/>
          </p:nvSpPr>
          <p:spPr>
            <a:xfrm>
              <a:off x="4414476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3"/>
            <p:cNvSpPr/>
            <p:nvPr/>
          </p:nvSpPr>
          <p:spPr>
            <a:xfrm>
              <a:off x="4414476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3"/>
            <p:cNvSpPr/>
            <p:nvPr/>
          </p:nvSpPr>
          <p:spPr>
            <a:xfrm>
              <a:off x="4414476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3"/>
            <p:cNvSpPr/>
            <p:nvPr/>
          </p:nvSpPr>
          <p:spPr>
            <a:xfrm>
              <a:off x="4414476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3"/>
            <p:cNvSpPr/>
            <p:nvPr/>
          </p:nvSpPr>
          <p:spPr>
            <a:xfrm>
              <a:off x="4414476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3"/>
            <p:cNvSpPr/>
            <p:nvPr/>
          </p:nvSpPr>
          <p:spPr>
            <a:xfrm>
              <a:off x="4414476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3"/>
            <p:cNvSpPr/>
            <p:nvPr/>
          </p:nvSpPr>
          <p:spPr>
            <a:xfrm>
              <a:off x="4414476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3"/>
            <p:cNvSpPr/>
            <p:nvPr/>
          </p:nvSpPr>
          <p:spPr>
            <a:xfrm>
              <a:off x="4414476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3"/>
            <p:cNvSpPr/>
            <p:nvPr/>
          </p:nvSpPr>
          <p:spPr>
            <a:xfrm>
              <a:off x="4414476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3"/>
            <p:cNvSpPr/>
            <p:nvPr/>
          </p:nvSpPr>
          <p:spPr>
            <a:xfrm>
              <a:off x="4414476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3"/>
            <p:cNvSpPr/>
            <p:nvPr/>
          </p:nvSpPr>
          <p:spPr>
            <a:xfrm>
              <a:off x="4469142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3"/>
            <p:cNvSpPr/>
            <p:nvPr/>
          </p:nvSpPr>
          <p:spPr>
            <a:xfrm>
              <a:off x="4469142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3"/>
            <p:cNvSpPr/>
            <p:nvPr/>
          </p:nvSpPr>
          <p:spPr>
            <a:xfrm>
              <a:off x="4469142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3"/>
            <p:cNvSpPr/>
            <p:nvPr/>
          </p:nvSpPr>
          <p:spPr>
            <a:xfrm>
              <a:off x="4469142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3"/>
            <p:cNvSpPr/>
            <p:nvPr/>
          </p:nvSpPr>
          <p:spPr>
            <a:xfrm>
              <a:off x="4469142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3"/>
            <p:cNvSpPr/>
            <p:nvPr/>
          </p:nvSpPr>
          <p:spPr>
            <a:xfrm>
              <a:off x="4469142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3"/>
            <p:cNvSpPr/>
            <p:nvPr/>
          </p:nvSpPr>
          <p:spPr>
            <a:xfrm>
              <a:off x="4469142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3"/>
            <p:cNvSpPr/>
            <p:nvPr/>
          </p:nvSpPr>
          <p:spPr>
            <a:xfrm>
              <a:off x="4469142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3"/>
            <p:cNvSpPr/>
            <p:nvPr/>
          </p:nvSpPr>
          <p:spPr>
            <a:xfrm>
              <a:off x="4469142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3"/>
            <p:cNvSpPr/>
            <p:nvPr/>
          </p:nvSpPr>
          <p:spPr>
            <a:xfrm>
              <a:off x="4469142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3"/>
            <p:cNvSpPr/>
            <p:nvPr/>
          </p:nvSpPr>
          <p:spPr>
            <a:xfrm>
              <a:off x="4469142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3"/>
            <p:cNvSpPr/>
            <p:nvPr/>
          </p:nvSpPr>
          <p:spPr>
            <a:xfrm>
              <a:off x="4469142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3"/>
            <p:cNvSpPr/>
            <p:nvPr/>
          </p:nvSpPr>
          <p:spPr>
            <a:xfrm>
              <a:off x="4469142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3"/>
            <p:cNvSpPr/>
            <p:nvPr/>
          </p:nvSpPr>
          <p:spPr>
            <a:xfrm>
              <a:off x="4469142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3"/>
            <p:cNvSpPr/>
            <p:nvPr/>
          </p:nvSpPr>
          <p:spPr>
            <a:xfrm>
              <a:off x="4523683" y="2763388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3"/>
            <p:cNvSpPr/>
            <p:nvPr/>
          </p:nvSpPr>
          <p:spPr>
            <a:xfrm>
              <a:off x="4523683" y="2818054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3"/>
            <p:cNvSpPr/>
            <p:nvPr/>
          </p:nvSpPr>
          <p:spPr>
            <a:xfrm>
              <a:off x="457834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3"/>
            <p:cNvSpPr/>
            <p:nvPr/>
          </p:nvSpPr>
          <p:spPr>
            <a:xfrm>
              <a:off x="4578349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3"/>
            <p:cNvSpPr/>
            <p:nvPr/>
          </p:nvSpPr>
          <p:spPr>
            <a:xfrm>
              <a:off x="4578349" y="2053036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3"/>
            <p:cNvSpPr/>
            <p:nvPr/>
          </p:nvSpPr>
          <p:spPr>
            <a:xfrm>
              <a:off x="457834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3"/>
            <p:cNvSpPr/>
            <p:nvPr/>
          </p:nvSpPr>
          <p:spPr>
            <a:xfrm>
              <a:off x="4578349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3"/>
            <p:cNvSpPr/>
            <p:nvPr/>
          </p:nvSpPr>
          <p:spPr>
            <a:xfrm>
              <a:off x="4578349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3"/>
            <p:cNvSpPr/>
            <p:nvPr/>
          </p:nvSpPr>
          <p:spPr>
            <a:xfrm>
              <a:off x="4578349" y="2271592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3"/>
            <p:cNvSpPr/>
            <p:nvPr/>
          </p:nvSpPr>
          <p:spPr>
            <a:xfrm>
              <a:off x="4578349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3"/>
            <p:cNvSpPr/>
            <p:nvPr/>
          </p:nvSpPr>
          <p:spPr>
            <a:xfrm>
              <a:off x="4578349" y="23807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3"/>
            <p:cNvSpPr/>
            <p:nvPr/>
          </p:nvSpPr>
          <p:spPr>
            <a:xfrm>
              <a:off x="4578349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3"/>
            <p:cNvSpPr/>
            <p:nvPr/>
          </p:nvSpPr>
          <p:spPr>
            <a:xfrm>
              <a:off x="4578349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3"/>
            <p:cNvSpPr/>
            <p:nvPr/>
          </p:nvSpPr>
          <p:spPr>
            <a:xfrm>
              <a:off x="4578349" y="2544832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3"/>
            <p:cNvSpPr/>
            <p:nvPr/>
          </p:nvSpPr>
          <p:spPr>
            <a:xfrm>
              <a:off x="4578349" y="259949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3"/>
            <p:cNvSpPr/>
            <p:nvPr/>
          </p:nvSpPr>
          <p:spPr>
            <a:xfrm>
              <a:off x="4578349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3"/>
            <p:cNvSpPr/>
            <p:nvPr/>
          </p:nvSpPr>
          <p:spPr>
            <a:xfrm>
              <a:off x="4578349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3"/>
            <p:cNvSpPr/>
            <p:nvPr/>
          </p:nvSpPr>
          <p:spPr>
            <a:xfrm>
              <a:off x="4578349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3"/>
            <p:cNvSpPr/>
            <p:nvPr/>
          </p:nvSpPr>
          <p:spPr>
            <a:xfrm>
              <a:off x="4578349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3"/>
            <p:cNvSpPr/>
            <p:nvPr/>
          </p:nvSpPr>
          <p:spPr>
            <a:xfrm>
              <a:off x="4578349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3"/>
            <p:cNvSpPr/>
            <p:nvPr/>
          </p:nvSpPr>
          <p:spPr>
            <a:xfrm>
              <a:off x="4633032" y="188900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3"/>
            <p:cNvSpPr/>
            <p:nvPr/>
          </p:nvSpPr>
          <p:spPr>
            <a:xfrm>
              <a:off x="4633032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3"/>
            <p:cNvSpPr/>
            <p:nvPr/>
          </p:nvSpPr>
          <p:spPr>
            <a:xfrm>
              <a:off x="4633032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3"/>
            <p:cNvSpPr/>
            <p:nvPr/>
          </p:nvSpPr>
          <p:spPr>
            <a:xfrm>
              <a:off x="4633032" y="2053036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3"/>
            <p:cNvSpPr/>
            <p:nvPr/>
          </p:nvSpPr>
          <p:spPr>
            <a:xfrm>
              <a:off x="4633032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3"/>
            <p:cNvSpPr/>
            <p:nvPr/>
          </p:nvSpPr>
          <p:spPr>
            <a:xfrm>
              <a:off x="4633032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3"/>
            <p:cNvSpPr/>
            <p:nvPr/>
          </p:nvSpPr>
          <p:spPr>
            <a:xfrm>
              <a:off x="4633032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3"/>
            <p:cNvSpPr/>
            <p:nvPr/>
          </p:nvSpPr>
          <p:spPr>
            <a:xfrm>
              <a:off x="4633032" y="2271592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3"/>
            <p:cNvSpPr/>
            <p:nvPr/>
          </p:nvSpPr>
          <p:spPr>
            <a:xfrm>
              <a:off x="4633032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3"/>
            <p:cNvSpPr/>
            <p:nvPr/>
          </p:nvSpPr>
          <p:spPr>
            <a:xfrm>
              <a:off x="4633032" y="238079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3"/>
            <p:cNvSpPr/>
            <p:nvPr/>
          </p:nvSpPr>
          <p:spPr>
            <a:xfrm>
              <a:off x="4633032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3"/>
            <p:cNvSpPr/>
            <p:nvPr/>
          </p:nvSpPr>
          <p:spPr>
            <a:xfrm>
              <a:off x="4633032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3"/>
            <p:cNvSpPr/>
            <p:nvPr/>
          </p:nvSpPr>
          <p:spPr>
            <a:xfrm>
              <a:off x="4633032" y="2544832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3"/>
            <p:cNvSpPr/>
            <p:nvPr/>
          </p:nvSpPr>
          <p:spPr>
            <a:xfrm>
              <a:off x="4633032" y="259949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3"/>
            <p:cNvSpPr/>
            <p:nvPr/>
          </p:nvSpPr>
          <p:spPr>
            <a:xfrm>
              <a:off x="4633032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3"/>
            <p:cNvSpPr/>
            <p:nvPr/>
          </p:nvSpPr>
          <p:spPr>
            <a:xfrm>
              <a:off x="4633032" y="27088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3"/>
            <p:cNvSpPr/>
            <p:nvPr/>
          </p:nvSpPr>
          <p:spPr>
            <a:xfrm>
              <a:off x="4633032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3"/>
            <p:cNvSpPr/>
            <p:nvPr/>
          </p:nvSpPr>
          <p:spPr>
            <a:xfrm>
              <a:off x="4633032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3"/>
            <p:cNvSpPr/>
            <p:nvPr/>
          </p:nvSpPr>
          <p:spPr>
            <a:xfrm>
              <a:off x="4687698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3"/>
            <p:cNvSpPr/>
            <p:nvPr/>
          </p:nvSpPr>
          <p:spPr>
            <a:xfrm>
              <a:off x="4687698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3"/>
            <p:cNvSpPr/>
            <p:nvPr/>
          </p:nvSpPr>
          <p:spPr>
            <a:xfrm>
              <a:off x="4687698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3"/>
            <p:cNvSpPr/>
            <p:nvPr/>
          </p:nvSpPr>
          <p:spPr>
            <a:xfrm>
              <a:off x="4687698" y="2053036"/>
              <a:ext cx="44748" cy="38202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3"/>
            <p:cNvSpPr/>
            <p:nvPr/>
          </p:nvSpPr>
          <p:spPr>
            <a:xfrm>
              <a:off x="4687698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3"/>
            <p:cNvSpPr/>
            <p:nvPr/>
          </p:nvSpPr>
          <p:spPr>
            <a:xfrm>
              <a:off x="4687698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3"/>
            <p:cNvSpPr/>
            <p:nvPr/>
          </p:nvSpPr>
          <p:spPr>
            <a:xfrm>
              <a:off x="4687698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3"/>
            <p:cNvSpPr/>
            <p:nvPr/>
          </p:nvSpPr>
          <p:spPr>
            <a:xfrm>
              <a:off x="4687698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3"/>
            <p:cNvSpPr/>
            <p:nvPr/>
          </p:nvSpPr>
          <p:spPr>
            <a:xfrm>
              <a:off x="4687698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3"/>
            <p:cNvSpPr/>
            <p:nvPr/>
          </p:nvSpPr>
          <p:spPr>
            <a:xfrm>
              <a:off x="4687698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3"/>
            <p:cNvSpPr/>
            <p:nvPr/>
          </p:nvSpPr>
          <p:spPr>
            <a:xfrm>
              <a:off x="4687698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3"/>
            <p:cNvSpPr/>
            <p:nvPr/>
          </p:nvSpPr>
          <p:spPr>
            <a:xfrm>
              <a:off x="4687698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3"/>
            <p:cNvSpPr/>
            <p:nvPr/>
          </p:nvSpPr>
          <p:spPr>
            <a:xfrm>
              <a:off x="4687698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3"/>
            <p:cNvSpPr/>
            <p:nvPr/>
          </p:nvSpPr>
          <p:spPr>
            <a:xfrm>
              <a:off x="4687698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3"/>
            <p:cNvSpPr/>
            <p:nvPr/>
          </p:nvSpPr>
          <p:spPr>
            <a:xfrm>
              <a:off x="4687698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3"/>
            <p:cNvSpPr/>
            <p:nvPr/>
          </p:nvSpPr>
          <p:spPr>
            <a:xfrm>
              <a:off x="4687698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3"/>
            <p:cNvSpPr/>
            <p:nvPr/>
          </p:nvSpPr>
          <p:spPr>
            <a:xfrm>
              <a:off x="4687698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3"/>
            <p:cNvSpPr/>
            <p:nvPr/>
          </p:nvSpPr>
          <p:spPr>
            <a:xfrm>
              <a:off x="4742382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3"/>
            <p:cNvSpPr/>
            <p:nvPr/>
          </p:nvSpPr>
          <p:spPr>
            <a:xfrm>
              <a:off x="4742382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3"/>
            <p:cNvSpPr/>
            <p:nvPr/>
          </p:nvSpPr>
          <p:spPr>
            <a:xfrm>
              <a:off x="4742382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3"/>
            <p:cNvSpPr/>
            <p:nvPr/>
          </p:nvSpPr>
          <p:spPr>
            <a:xfrm>
              <a:off x="4742382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3"/>
            <p:cNvSpPr/>
            <p:nvPr/>
          </p:nvSpPr>
          <p:spPr>
            <a:xfrm>
              <a:off x="4742382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3"/>
            <p:cNvSpPr/>
            <p:nvPr/>
          </p:nvSpPr>
          <p:spPr>
            <a:xfrm>
              <a:off x="4742382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3"/>
            <p:cNvSpPr/>
            <p:nvPr/>
          </p:nvSpPr>
          <p:spPr>
            <a:xfrm>
              <a:off x="4742382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3"/>
            <p:cNvSpPr/>
            <p:nvPr/>
          </p:nvSpPr>
          <p:spPr>
            <a:xfrm>
              <a:off x="4742382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3"/>
            <p:cNvSpPr/>
            <p:nvPr/>
          </p:nvSpPr>
          <p:spPr>
            <a:xfrm>
              <a:off x="4742382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3"/>
            <p:cNvSpPr/>
            <p:nvPr/>
          </p:nvSpPr>
          <p:spPr>
            <a:xfrm>
              <a:off x="4742382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3"/>
            <p:cNvSpPr/>
            <p:nvPr/>
          </p:nvSpPr>
          <p:spPr>
            <a:xfrm>
              <a:off x="4742382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3"/>
            <p:cNvSpPr/>
            <p:nvPr/>
          </p:nvSpPr>
          <p:spPr>
            <a:xfrm>
              <a:off x="4742382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3"/>
            <p:cNvSpPr/>
            <p:nvPr/>
          </p:nvSpPr>
          <p:spPr>
            <a:xfrm>
              <a:off x="4742382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3"/>
            <p:cNvSpPr/>
            <p:nvPr/>
          </p:nvSpPr>
          <p:spPr>
            <a:xfrm>
              <a:off x="4742382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3"/>
            <p:cNvSpPr/>
            <p:nvPr/>
          </p:nvSpPr>
          <p:spPr>
            <a:xfrm>
              <a:off x="4742382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3"/>
            <p:cNvSpPr/>
            <p:nvPr/>
          </p:nvSpPr>
          <p:spPr>
            <a:xfrm>
              <a:off x="4742382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3"/>
            <p:cNvSpPr/>
            <p:nvPr/>
          </p:nvSpPr>
          <p:spPr>
            <a:xfrm>
              <a:off x="4742382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3"/>
            <p:cNvSpPr/>
            <p:nvPr/>
          </p:nvSpPr>
          <p:spPr>
            <a:xfrm>
              <a:off x="4742382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3"/>
            <p:cNvSpPr/>
            <p:nvPr/>
          </p:nvSpPr>
          <p:spPr>
            <a:xfrm>
              <a:off x="4797048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3"/>
            <p:cNvSpPr/>
            <p:nvPr/>
          </p:nvSpPr>
          <p:spPr>
            <a:xfrm>
              <a:off x="4797048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3"/>
            <p:cNvSpPr/>
            <p:nvPr/>
          </p:nvSpPr>
          <p:spPr>
            <a:xfrm>
              <a:off x="4797048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3"/>
            <p:cNvSpPr/>
            <p:nvPr/>
          </p:nvSpPr>
          <p:spPr>
            <a:xfrm>
              <a:off x="4797048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3"/>
            <p:cNvSpPr/>
            <p:nvPr/>
          </p:nvSpPr>
          <p:spPr>
            <a:xfrm>
              <a:off x="479704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3"/>
            <p:cNvSpPr/>
            <p:nvPr/>
          </p:nvSpPr>
          <p:spPr>
            <a:xfrm>
              <a:off x="5398193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3"/>
            <p:cNvSpPr/>
            <p:nvPr/>
          </p:nvSpPr>
          <p:spPr>
            <a:xfrm>
              <a:off x="5398193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3"/>
            <p:cNvSpPr/>
            <p:nvPr/>
          </p:nvSpPr>
          <p:spPr>
            <a:xfrm>
              <a:off x="5452716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3"/>
            <p:cNvSpPr/>
            <p:nvPr/>
          </p:nvSpPr>
          <p:spPr>
            <a:xfrm>
              <a:off x="5452716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3"/>
            <p:cNvSpPr/>
            <p:nvPr/>
          </p:nvSpPr>
          <p:spPr>
            <a:xfrm>
              <a:off x="5507399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3"/>
            <p:cNvSpPr/>
            <p:nvPr/>
          </p:nvSpPr>
          <p:spPr>
            <a:xfrm>
              <a:off x="5507399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3"/>
            <p:cNvSpPr/>
            <p:nvPr/>
          </p:nvSpPr>
          <p:spPr>
            <a:xfrm>
              <a:off x="5507399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3"/>
            <p:cNvSpPr/>
            <p:nvPr/>
          </p:nvSpPr>
          <p:spPr>
            <a:xfrm>
              <a:off x="5562083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3"/>
            <p:cNvSpPr/>
            <p:nvPr/>
          </p:nvSpPr>
          <p:spPr>
            <a:xfrm>
              <a:off x="5562083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3"/>
            <p:cNvSpPr/>
            <p:nvPr/>
          </p:nvSpPr>
          <p:spPr>
            <a:xfrm>
              <a:off x="561674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3"/>
            <p:cNvSpPr/>
            <p:nvPr/>
          </p:nvSpPr>
          <p:spPr>
            <a:xfrm>
              <a:off x="5944655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3"/>
            <p:cNvSpPr/>
            <p:nvPr/>
          </p:nvSpPr>
          <p:spPr>
            <a:xfrm>
              <a:off x="5671433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3"/>
            <p:cNvSpPr/>
            <p:nvPr/>
          </p:nvSpPr>
          <p:spPr>
            <a:xfrm>
              <a:off x="5725955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3"/>
            <p:cNvSpPr/>
            <p:nvPr/>
          </p:nvSpPr>
          <p:spPr>
            <a:xfrm>
              <a:off x="5780783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3"/>
            <p:cNvSpPr/>
            <p:nvPr/>
          </p:nvSpPr>
          <p:spPr>
            <a:xfrm>
              <a:off x="5889989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3"/>
            <p:cNvSpPr/>
            <p:nvPr/>
          </p:nvSpPr>
          <p:spPr>
            <a:xfrm>
              <a:off x="5835449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3"/>
            <p:cNvSpPr/>
            <p:nvPr/>
          </p:nvSpPr>
          <p:spPr>
            <a:xfrm>
              <a:off x="5780783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3"/>
            <p:cNvSpPr/>
            <p:nvPr/>
          </p:nvSpPr>
          <p:spPr>
            <a:xfrm>
              <a:off x="5725955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3"/>
            <p:cNvSpPr/>
            <p:nvPr/>
          </p:nvSpPr>
          <p:spPr>
            <a:xfrm>
              <a:off x="5671433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3"/>
            <p:cNvSpPr/>
            <p:nvPr/>
          </p:nvSpPr>
          <p:spPr>
            <a:xfrm>
              <a:off x="5616749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3"/>
            <p:cNvSpPr/>
            <p:nvPr/>
          </p:nvSpPr>
          <p:spPr>
            <a:xfrm>
              <a:off x="5616749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3"/>
            <p:cNvSpPr/>
            <p:nvPr/>
          </p:nvSpPr>
          <p:spPr>
            <a:xfrm>
              <a:off x="5562083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3"/>
            <p:cNvSpPr/>
            <p:nvPr/>
          </p:nvSpPr>
          <p:spPr>
            <a:xfrm>
              <a:off x="5507399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3"/>
            <p:cNvSpPr/>
            <p:nvPr/>
          </p:nvSpPr>
          <p:spPr>
            <a:xfrm>
              <a:off x="5452716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3"/>
            <p:cNvSpPr/>
            <p:nvPr/>
          </p:nvSpPr>
          <p:spPr>
            <a:xfrm>
              <a:off x="5398193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3"/>
            <p:cNvSpPr/>
            <p:nvPr/>
          </p:nvSpPr>
          <p:spPr>
            <a:xfrm>
              <a:off x="5070288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3"/>
            <p:cNvSpPr/>
            <p:nvPr/>
          </p:nvSpPr>
          <p:spPr>
            <a:xfrm>
              <a:off x="5070288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3"/>
            <p:cNvSpPr/>
            <p:nvPr/>
          </p:nvSpPr>
          <p:spPr>
            <a:xfrm>
              <a:off x="512495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3"/>
            <p:cNvSpPr/>
            <p:nvPr/>
          </p:nvSpPr>
          <p:spPr>
            <a:xfrm>
              <a:off x="512495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3"/>
            <p:cNvSpPr/>
            <p:nvPr/>
          </p:nvSpPr>
          <p:spPr>
            <a:xfrm>
              <a:off x="5124954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3"/>
            <p:cNvSpPr/>
            <p:nvPr/>
          </p:nvSpPr>
          <p:spPr>
            <a:xfrm>
              <a:off x="5124954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3"/>
            <p:cNvSpPr/>
            <p:nvPr/>
          </p:nvSpPr>
          <p:spPr>
            <a:xfrm>
              <a:off x="5124954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3"/>
            <p:cNvSpPr/>
            <p:nvPr/>
          </p:nvSpPr>
          <p:spPr>
            <a:xfrm>
              <a:off x="5124954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3"/>
            <p:cNvSpPr/>
            <p:nvPr/>
          </p:nvSpPr>
          <p:spPr>
            <a:xfrm>
              <a:off x="5124954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3"/>
            <p:cNvSpPr/>
            <p:nvPr/>
          </p:nvSpPr>
          <p:spPr>
            <a:xfrm>
              <a:off x="5124954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3"/>
            <p:cNvSpPr/>
            <p:nvPr/>
          </p:nvSpPr>
          <p:spPr>
            <a:xfrm>
              <a:off x="5124954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3"/>
            <p:cNvSpPr/>
            <p:nvPr/>
          </p:nvSpPr>
          <p:spPr>
            <a:xfrm>
              <a:off x="5179494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3"/>
            <p:cNvSpPr/>
            <p:nvPr/>
          </p:nvSpPr>
          <p:spPr>
            <a:xfrm>
              <a:off x="5179494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3"/>
            <p:cNvSpPr/>
            <p:nvPr/>
          </p:nvSpPr>
          <p:spPr>
            <a:xfrm>
              <a:off x="5179494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3"/>
            <p:cNvSpPr/>
            <p:nvPr/>
          </p:nvSpPr>
          <p:spPr>
            <a:xfrm>
              <a:off x="5179494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3"/>
            <p:cNvSpPr/>
            <p:nvPr/>
          </p:nvSpPr>
          <p:spPr>
            <a:xfrm>
              <a:off x="5179494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3"/>
            <p:cNvSpPr/>
            <p:nvPr/>
          </p:nvSpPr>
          <p:spPr>
            <a:xfrm>
              <a:off x="5179494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3"/>
            <p:cNvSpPr/>
            <p:nvPr/>
          </p:nvSpPr>
          <p:spPr>
            <a:xfrm>
              <a:off x="5179494" y="227159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3"/>
            <p:cNvSpPr/>
            <p:nvPr/>
          </p:nvSpPr>
          <p:spPr>
            <a:xfrm>
              <a:off x="5179494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3"/>
            <p:cNvSpPr/>
            <p:nvPr/>
          </p:nvSpPr>
          <p:spPr>
            <a:xfrm>
              <a:off x="5234160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3"/>
            <p:cNvSpPr/>
            <p:nvPr/>
          </p:nvSpPr>
          <p:spPr>
            <a:xfrm>
              <a:off x="5234160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3"/>
            <p:cNvSpPr/>
            <p:nvPr/>
          </p:nvSpPr>
          <p:spPr>
            <a:xfrm>
              <a:off x="5234160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3"/>
            <p:cNvSpPr/>
            <p:nvPr/>
          </p:nvSpPr>
          <p:spPr>
            <a:xfrm>
              <a:off x="5234160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3"/>
            <p:cNvSpPr/>
            <p:nvPr/>
          </p:nvSpPr>
          <p:spPr>
            <a:xfrm>
              <a:off x="5234160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3"/>
            <p:cNvSpPr/>
            <p:nvPr/>
          </p:nvSpPr>
          <p:spPr>
            <a:xfrm>
              <a:off x="5234160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3"/>
            <p:cNvSpPr/>
            <p:nvPr/>
          </p:nvSpPr>
          <p:spPr>
            <a:xfrm>
              <a:off x="5234160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3"/>
            <p:cNvSpPr/>
            <p:nvPr/>
          </p:nvSpPr>
          <p:spPr>
            <a:xfrm>
              <a:off x="5234160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3"/>
            <p:cNvSpPr/>
            <p:nvPr/>
          </p:nvSpPr>
          <p:spPr>
            <a:xfrm>
              <a:off x="528884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3"/>
            <p:cNvSpPr/>
            <p:nvPr/>
          </p:nvSpPr>
          <p:spPr>
            <a:xfrm>
              <a:off x="528884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3"/>
            <p:cNvSpPr/>
            <p:nvPr/>
          </p:nvSpPr>
          <p:spPr>
            <a:xfrm>
              <a:off x="5288844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3"/>
            <p:cNvSpPr/>
            <p:nvPr/>
          </p:nvSpPr>
          <p:spPr>
            <a:xfrm>
              <a:off x="5343527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3"/>
            <p:cNvSpPr/>
            <p:nvPr/>
          </p:nvSpPr>
          <p:spPr>
            <a:xfrm>
              <a:off x="5343527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3"/>
            <p:cNvSpPr/>
            <p:nvPr/>
          </p:nvSpPr>
          <p:spPr>
            <a:xfrm>
              <a:off x="5343527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3"/>
            <p:cNvSpPr/>
            <p:nvPr/>
          </p:nvSpPr>
          <p:spPr>
            <a:xfrm>
              <a:off x="5343527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3"/>
            <p:cNvSpPr/>
            <p:nvPr/>
          </p:nvSpPr>
          <p:spPr>
            <a:xfrm>
              <a:off x="5288844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3"/>
            <p:cNvSpPr/>
            <p:nvPr/>
          </p:nvSpPr>
          <p:spPr>
            <a:xfrm>
              <a:off x="5288844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3"/>
            <p:cNvSpPr/>
            <p:nvPr/>
          </p:nvSpPr>
          <p:spPr>
            <a:xfrm>
              <a:off x="5288844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3"/>
            <p:cNvSpPr/>
            <p:nvPr/>
          </p:nvSpPr>
          <p:spPr>
            <a:xfrm>
              <a:off x="5288844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3"/>
            <p:cNvSpPr/>
            <p:nvPr/>
          </p:nvSpPr>
          <p:spPr>
            <a:xfrm>
              <a:off x="5288844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3"/>
            <p:cNvSpPr/>
            <p:nvPr/>
          </p:nvSpPr>
          <p:spPr>
            <a:xfrm>
              <a:off x="5288844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3"/>
            <p:cNvSpPr/>
            <p:nvPr/>
          </p:nvSpPr>
          <p:spPr>
            <a:xfrm>
              <a:off x="5234160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3"/>
            <p:cNvSpPr/>
            <p:nvPr/>
          </p:nvSpPr>
          <p:spPr>
            <a:xfrm>
              <a:off x="5179494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3"/>
            <p:cNvSpPr/>
            <p:nvPr/>
          </p:nvSpPr>
          <p:spPr>
            <a:xfrm>
              <a:off x="5179494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3"/>
            <p:cNvSpPr/>
            <p:nvPr/>
          </p:nvSpPr>
          <p:spPr>
            <a:xfrm>
              <a:off x="5124954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3"/>
            <p:cNvSpPr/>
            <p:nvPr/>
          </p:nvSpPr>
          <p:spPr>
            <a:xfrm>
              <a:off x="479704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3"/>
            <p:cNvSpPr/>
            <p:nvPr/>
          </p:nvSpPr>
          <p:spPr>
            <a:xfrm>
              <a:off x="4797048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3"/>
            <p:cNvSpPr/>
            <p:nvPr/>
          </p:nvSpPr>
          <p:spPr>
            <a:xfrm>
              <a:off x="4797048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3"/>
            <p:cNvSpPr/>
            <p:nvPr/>
          </p:nvSpPr>
          <p:spPr>
            <a:xfrm>
              <a:off x="4797048" y="2271592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3"/>
            <p:cNvSpPr/>
            <p:nvPr/>
          </p:nvSpPr>
          <p:spPr>
            <a:xfrm>
              <a:off x="4797048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3"/>
            <p:cNvSpPr/>
            <p:nvPr/>
          </p:nvSpPr>
          <p:spPr>
            <a:xfrm>
              <a:off x="4797048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3"/>
            <p:cNvSpPr/>
            <p:nvPr/>
          </p:nvSpPr>
          <p:spPr>
            <a:xfrm>
              <a:off x="4797048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3"/>
            <p:cNvSpPr/>
            <p:nvPr/>
          </p:nvSpPr>
          <p:spPr>
            <a:xfrm>
              <a:off x="4797048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3"/>
            <p:cNvSpPr/>
            <p:nvPr/>
          </p:nvSpPr>
          <p:spPr>
            <a:xfrm>
              <a:off x="4797048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3"/>
            <p:cNvSpPr/>
            <p:nvPr/>
          </p:nvSpPr>
          <p:spPr>
            <a:xfrm>
              <a:off x="4797048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3"/>
            <p:cNvSpPr/>
            <p:nvPr/>
          </p:nvSpPr>
          <p:spPr>
            <a:xfrm>
              <a:off x="4797048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3"/>
            <p:cNvSpPr/>
            <p:nvPr/>
          </p:nvSpPr>
          <p:spPr>
            <a:xfrm>
              <a:off x="4797048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3"/>
            <p:cNvSpPr/>
            <p:nvPr/>
          </p:nvSpPr>
          <p:spPr>
            <a:xfrm>
              <a:off x="4797048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3"/>
            <p:cNvSpPr/>
            <p:nvPr/>
          </p:nvSpPr>
          <p:spPr>
            <a:xfrm>
              <a:off x="4797048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3"/>
            <p:cNvSpPr/>
            <p:nvPr/>
          </p:nvSpPr>
          <p:spPr>
            <a:xfrm>
              <a:off x="4797048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3"/>
            <p:cNvSpPr/>
            <p:nvPr/>
          </p:nvSpPr>
          <p:spPr>
            <a:xfrm>
              <a:off x="4851732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3"/>
            <p:cNvSpPr/>
            <p:nvPr/>
          </p:nvSpPr>
          <p:spPr>
            <a:xfrm>
              <a:off x="4851732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3"/>
            <p:cNvSpPr/>
            <p:nvPr/>
          </p:nvSpPr>
          <p:spPr>
            <a:xfrm>
              <a:off x="4851732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3"/>
            <p:cNvSpPr/>
            <p:nvPr/>
          </p:nvSpPr>
          <p:spPr>
            <a:xfrm>
              <a:off x="4851732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3"/>
            <p:cNvSpPr/>
            <p:nvPr/>
          </p:nvSpPr>
          <p:spPr>
            <a:xfrm>
              <a:off x="4851732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3"/>
            <p:cNvSpPr/>
            <p:nvPr/>
          </p:nvSpPr>
          <p:spPr>
            <a:xfrm>
              <a:off x="4851732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3"/>
            <p:cNvSpPr/>
            <p:nvPr/>
          </p:nvSpPr>
          <p:spPr>
            <a:xfrm>
              <a:off x="4851732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3"/>
            <p:cNvSpPr/>
            <p:nvPr/>
          </p:nvSpPr>
          <p:spPr>
            <a:xfrm>
              <a:off x="4851732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3"/>
            <p:cNvSpPr/>
            <p:nvPr/>
          </p:nvSpPr>
          <p:spPr>
            <a:xfrm>
              <a:off x="4851732" y="227159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3"/>
            <p:cNvSpPr/>
            <p:nvPr/>
          </p:nvSpPr>
          <p:spPr>
            <a:xfrm>
              <a:off x="4851732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3"/>
            <p:cNvSpPr/>
            <p:nvPr/>
          </p:nvSpPr>
          <p:spPr>
            <a:xfrm>
              <a:off x="4851732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3"/>
            <p:cNvSpPr/>
            <p:nvPr/>
          </p:nvSpPr>
          <p:spPr>
            <a:xfrm>
              <a:off x="4851732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3"/>
            <p:cNvSpPr/>
            <p:nvPr/>
          </p:nvSpPr>
          <p:spPr>
            <a:xfrm>
              <a:off x="4851732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3"/>
            <p:cNvSpPr/>
            <p:nvPr/>
          </p:nvSpPr>
          <p:spPr>
            <a:xfrm>
              <a:off x="4851732" y="2544832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3"/>
            <p:cNvSpPr/>
            <p:nvPr/>
          </p:nvSpPr>
          <p:spPr>
            <a:xfrm>
              <a:off x="4851732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3"/>
            <p:cNvSpPr/>
            <p:nvPr/>
          </p:nvSpPr>
          <p:spPr>
            <a:xfrm>
              <a:off x="4851732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3"/>
            <p:cNvSpPr/>
            <p:nvPr/>
          </p:nvSpPr>
          <p:spPr>
            <a:xfrm>
              <a:off x="4851732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3"/>
            <p:cNvSpPr/>
            <p:nvPr/>
          </p:nvSpPr>
          <p:spPr>
            <a:xfrm>
              <a:off x="4851732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3"/>
            <p:cNvSpPr/>
            <p:nvPr/>
          </p:nvSpPr>
          <p:spPr>
            <a:xfrm>
              <a:off x="4851732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3"/>
            <p:cNvSpPr/>
            <p:nvPr/>
          </p:nvSpPr>
          <p:spPr>
            <a:xfrm>
              <a:off x="4851732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3"/>
            <p:cNvSpPr/>
            <p:nvPr/>
          </p:nvSpPr>
          <p:spPr>
            <a:xfrm>
              <a:off x="4851732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3"/>
            <p:cNvSpPr/>
            <p:nvPr/>
          </p:nvSpPr>
          <p:spPr>
            <a:xfrm>
              <a:off x="4906398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3"/>
            <p:cNvSpPr/>
            <p:nvPr/>
          </p:nvSpPr>
          <p:spPr>
            <a:xfrm>
              <a:off x="4906398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3"/>
            <p:cNvSpPr/>
            <p:nvPr/>
          </p:nvSpPr>
          <p:spPr>
            <a:xfrm>
              <a:off x="490639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3"/>
            <p:cNvSpPr/>
            <p:nvPr/>
          </p:nvSpPr>
          <p:spPr>
            <a:xfrm>
              <a:off x="490639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3"/>
            <p:cNvSpPr/>
            <p:nvPr/>
          </p:nvSpPr>
          <p:spPr>
            <a:xfrm>
              <a:off x="4906398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3"/>
            <p:cNvSpPr/>
            <p:nvPr/>
          </p:nvSpPr>
          <p:spPr>
            <a:xfrm>
              <a:off x="4906398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3"/>
            <p:cNvSpPr/>
            <p:nvPr/>
          </p:nvSpPr>
          <p:spPr>
            <a:xfrm>
              <a:off x="4906398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3"/>
            <p:cNvSpPr/>
            <p:nvPr/>
          </p:nvSpPr>
          <p:spPr>
            <a:xfrm>
              <a:off x="4906398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3"/>
            <p:cNvSpPr/>
            <p:nvPr/>
          </p:nvSpPr>
          <p:spPr>
            <a:xfrm>
              <a:off x="4906398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3"/>
            <p:cNvSpPr/>
            <p:nvPr/>
          </p:nvSpPr>
          <p:spPr>
            <a:xfrm>
              <a:off x="4906398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3"/>
            <p:cNvSpPr/>
            <p:nvPr/>
          </p:nvSpPr>
          <p:spPr>
            <a:xfrm>
              <a:off x="4906398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3"/>
            <p:cNvSpPr/>
            <p:nvPr/>
          </p:nvSpPr>
          <p:spPr>
            <a:xfrm>
              <a:off x="4906398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3"/>
            <p:cNvSpPr/>
            <p:nvPr/>
          </p:nvSpPr>
          <p:spPr>
            <a:xfrm>
              <a:off x="4906398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3"/>
            <p:cNvSpPr/>
            <p:nvPr/>
          </p:nvSpPr>
          <p:spPr>
            <a:xfrm>
              <a:off x="4906398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3"/>
            <p:cNvSpPr/>
            <p:nvPr/>
          </p:nvSpPr>
          <p:spPr>
            <a:xfrm>
              <a:off x="4906398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3"/>
            <p:cNvSpPr/>
            <p:nvPr/>
          </p:nvSpPr>
          <p:spPr>
            <a:xfrm>
              <a:off x="4906398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3"/>
            <p:cNvSpPr/>
            <p:nvPr/>
          </p:nvSpPr>
          <p:spPr>
            <a:xfrm>
              <a:off x="4906398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3"/>
            <p:cNvSpPr/>
            <p:nvPr/>
          </p:nvSpPr>
          <p:spPr>
            <a:xfrm>
              <a:off x="4961081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3"/>
            <p:cNvSpPr/>
            <p:nvPr/>
          </p:nvSpPr>
          <p:spPr>
            <a:xfrm>
              <a:off x="4961081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3"/>
            <p:cNvSpPr/>
            <p:nvPr/>
          </p:nvSpPr>
          <p:spPr>
            <a:xfrm>
              <a:off x="4961081" y="2053036"/>
              <a:ext cx="44586" cy="38202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3"/>
            <p:cNvSpPr/>
            <p:nvPr/>
          </p:nvSpPr>
          <p:spPr>
            <a:xfrm>
              <a:off x="4961081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3"/>
            <p:cNvSpPr/>
            <p:nvPr/>
          </p:nvSpPr>
          <p:spPr>
            <a:xfrm>
              <a:off x="4961081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3"/>
            <p:cNvSpPr/>
            <p:nvPr/>
          </p:nvSpPr>
          <p:spPr>
            <a:xfrm>
              <a:off x="4961081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3"/>
            <p:cNvSpPr/>
            <p:nvPr/>
          </p:nvSpPr>
          <p:spPr>
            <a:xfrm>
              <a:off x="4961081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3"/>
            <p:cNvSpPr/>
            <p:nvPr/>
          </p:nvSpPr>
          <p:spPr>
            <a:xfrm>
              <a:off x="4961081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3"/>
            <p:cNvSpPr/>
            <p:nvPr/>
          </p:nvSpPr>
          <p:spPr>
            <a:xfrm>
              <a:off x="4961081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3"/>
            <p:cNvSpPr/>
            <p:nvPr/>
          </p:nvSpPr>
          <p:spPr>
            <a:xfrm>
              <a:off x="4961081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3"/>
            <p:cNvSpPr/>
            <p:nvPr/>
          </p:nvSpPr>
          <p:spPr>
            <a:xfrm>
              <a:off x="4961081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3"/>
            <p:cNvSpPr/>
            <p:nvPr/>
          </p:nvSpPr>
          <p:spPr>
            <a:xfrm>
              <a:off x="496108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3"/>
            <p:cNvSpPr/>
            <p:nvPr/>
          </p:nvSpPr>
          <p:spPr>
            <a:xfrm>
              <a:off x="4961081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3"/>
            <p:cNvSpPr/>
            <p:nvPr/>
          </p:nvSpPr>
          <p:spPr>
            <a:xfrm>
              <a:off x="4960938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3"/>
            <p:cNvSpPr/>
            <p:nvPr/>
          </p:nvSpPr>
          <p:spPr>
            <a:xfrm>
              <a:off x="4961081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3"/>
            <p:cNvSpPr/>
            <p:nvPr/>
          </p:nvSpPr>
          <p:spPr>
            <a:xfrm>
              <a:off x="4960938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3"/>
            <p:cNvSpPr/>
            <p:nvPr/>
          </p:nvSpPr>
          <p:spPr>
            <a:xfrm>
              <a:off x="5015765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3"/>
            <p:cNvSpPr/>
            <p:nvPr/>
          </p:nvSpPr>
          <p:spPr>
            <a:xfrm>
              <a:off x="5015765" y="1998371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3"/>
            <p:cNvSpPr/>
            <p:nvPr/>
          </p:nvSpPr>
          <p:spPr>
            <a:xfrm>
              <a:off x="5015765" y="2053036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3"/>
            <p:cNvSpPr/>
            <p:nvPr/>
          </p:nvSpPr>
          <p:spPr>
            <a:xfrm>
              <a:off x="5015765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3"/>
            <p:cNvSpPr/>
            <p:nvPr/>
          </p:nvSpPr>
          <p:spPr>
            <a:xfrm>
              <a:off x="5015765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3"/>
            <p:cNvSpPr/>
            <p:nvPr/>
          </p:nvSpPr>
          <p:spPr>
            <a:xfrm>
              <a:off x="5015765" y="2216909"/>
              <a:ext cx="44586" cy="38237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3"/>
            <p:cNvSpPr/>
            <p:nvPr/>
          </p:nvSpPr>
          <p:spPr>
            <a:xfrm>
              <a:off x="5015765" y="2271592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3"/>
            <p:cNvSpPr/>
            <p:nvPr/>
          </p:nvSpPr>
          <p:spPr>
            <a:xfrm>
              <a:off x="5015765" y="2326115"/>
              <a:ext cx="44622" cy="38381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3"/>
            <p:cNvSpPr/>
            <p:nvPr/>
          </p:nvSpPr>
          <p:spPr>
            <a:xfrm>
              <a:off x="5015765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3"/>
            <p:cNvSpPr/>
            <p:nvPr/>
          </p:nvSpPr>
          <p:spPr>
            <a:xfrm>
              <a:off x="5070288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3"/>
            <p:cNvSpPr/>
            <p:nvPr/>
          </p:nvSpPr>
          <p:spPr>
            <a:xfrm>
              <a:off x="5070288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3"/>
            <p:cNvSpPr/>
            <p:nvPr/>
          </p:nvSpPr>
          <p:spPr>
            <a:xfrm>
              <a:off x="507028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3"/>
            <p:cNvSpPr/>
            <p:nvPr/>
          </p:nvSpPr>
          <p:spPr>
            <a:xfrm>
              <a:off x="507028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3"/>
            <p:cNvSpPr/>
            <p:nvPr/>
          </p:nvSpPr>
          <p:spPr>
            <a:xfrm>
              <a:off x="5070288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3"/>
            <p:cNvSpPr/>
            <p:nvPr/>
          </p:nvSpPr>
          <p:spPr>
            <a:xfrm>
              <a:off x="5070288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3"/>
            <p:cNvSpPr/>
            <p:nvPr/>
          </p:nvSpPr>
          <p:spPr>
            <a:xfrm>
              <a:off x="5070288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3"/>
            <p:cNvSpPr/>
            <p:nvPr/>
          </p:nvSpPr>
          <p:spPr>
            <a:xfrm>
              <a:off x="5070288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3"/>
            <p:cNvSpPr/>
            <p:nvPr/>
          </p:nvSpPr>
          <p:spPr>
            <a:xfrm>
              <a:off x="5070288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3"/>
            <p:cNvSpPr/>
            <p:nvPr/>
          </p:nvSpPr>
          <p:spPr>
            <a:xfrm>
              <a:off x="5070288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3"/>
            <p:cNvSpPr/>
            <p:nvPr/>
          </p:nvSpPr>
          <p:spPr>
            <a:xfrm>
              <a:off x="5015765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3"/>
            <p:cNvSpPr/>
            <p:nvPr/>
          </p:nvSpPr>
          <p:spPr>
            <a:xfrm>
              <a:off x="5015765" y="2490148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3"/>
            <p:cNvSpPr/>
            <p:nvPr/>
          </p:nvSpPr>
          <p:spPr>
            <a:xfrm>
              <a:off x="5015765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3"/>
            <p:cNvSpPr/>
            <p:nvPr/>
          </p:nvSpPr>
          <p:spPr>
            <a:xfrm>
              <a:off x="5015765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3"/>
            <p:cNvSpPr/>
            <p:nvPr/>
          </p:nvSpPr>
          <p:spPr>
            <a:xfrm>
              <a:off x="5015604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3"/>
            <p:cNvSpPr/>
            <p:nvPr/>
          </p:nvSpPr>
          <p:spPr>
            <a:xfrm>
              <a:off x="5015765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3"/>
            <p:cNvSpPr/>
            <p:nvPr/>
          </p:nvSpPr>
          <p:spPr>
            <a:xfrm>
              <a:off x="5015604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3"/>
            <p:cNvSpPr/>
            <p:nvPr/>
          </p:nvSpPr>
          <p:spPr>
            <a:xfrm>
              <a:off x="5015765" y="2654182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3"/>
            <p:cNvSpPr/>
            <p:nvPr/>
          </p:nvSpPr>
          <p:spPr>
            <a:xfrm>
              <a:off x="4961081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3"/>
            <p:cNvSpPr/>
            <p:nvPr/>
          </p:nvSpPr>
          <p:spPr>
            <a:xfrm>
              <a:off x="4906398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3"/>
            <p:cNvSpPr/>
            <p:nvPr/>
          </p:nvSpPr>
          <p:spPr>
            <a:xfrm>
              <a:off x="4851732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3"/>
            <p:cNvSpPr/>
            <p:nvPr/>
          </p:nvSpPr>
          <p:spPr>
            <a:xfrm>
              <a:off x="4797048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3"/>
            <p:cNvSpPr/>
            <p:nvPr/>
          </p:nvSpPr>
          <p:spPr>
            <a:xfrm>
              <a:off x="4742382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3"/>
            <p:cNvSpPr/>
            <p:nvPr/>
          </p:nvSpPr>
          <p:spPr>
            <a:xfrm>
              <a:off x="4687698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3"/>
            <p:cNvSpPr/>
            <p:nvPr/>
          </p:nvSpPr>
          <p:spPr>
            <a:xfrm>
              <a:off x="5179494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3"/>
            <p:cNvSpPr/>
            <p:nvPr/>
          </p:nvSpPr>
          <p:spPr>
            <a:xfrm>
              <a:off x="5179494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3"/>
            <p:cNvSpPr/>
            <p:nvPr/>
          </p:nvSpPr>
          <p:spPr>
            <a:xfrm>
              <a:off x="5234160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3"/>
            <p:cNvSpPr/>
            <p:nvPr/>
          </p:nvSpPr>
          <p:spPr>
            <a:xfrm>
              <a:off x="5234160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3"/>
            <p:cNvSpPr/>
            <p:nvPr/>
          </p:nvSpPr>
          <p:spPr>
            <a:xfrm>
              <a:off x="5124954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3"/>
            <p:cNvSpPr/>
            <p:nvPr/>
          </p:nvSpPr>
          <p:spPr>
            <a:xfrm>
              <a:off x="5124954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3"/>
            <p:cNvSpPr/>
            <p:nvPr/>
          </p:nvSpPr>
          <p:spPr>
            <a:xfrm>
              <a:off x="5070288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3"/>
            <p:cNvSpPr/>
            <p:nvPr/>
          </p:nvSpPr>
          <p:spPr>
            <a:xfrm>
              <a:off x="5070288" y="3309849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3"/>
            <p:cNvSpPr/>
            <p:nvPr/>
          </p:nvSpPr>
          <p:spPr>
            <a:xfrm>
              <a:off x="5070288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3"/>
            <p:cNvSpPr/>
            <p:nvPr/>
          </p:nvSpPr>
          <p:spPr>
            <a:xfrm>
              <a:off x="5015658" y="3364515"/>
              <a:ext cx="44730" cy="38345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3"/>
            <p:cNvSpPr/>
            <p:nvPr/>
          </p:nvSpPr>
          <p:spPr>
            <a:xfrm>
              <a:off x="5015658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3"/>
            <p:cNvSpPr/>
            <p:nvPr/>
          </p:nvSpPr>
          <p:spPr>
            <a:xfrm>
              <a:off x="5179494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3"/>
            <p:cNvSpPr/>
            <p:nvPr/>
          </p:nvSpPr>
          <p:spPr>
            <a:xfrm>
              <a:off x="5124954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3"/>
            <p:cNvSpPr/>
            <p:nvPr/>
          </p:nvSpPr>
          <p:spPr>
            <a:xfrm>
              <a:off x="5070288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3"/>
            <p:cNvSpPr/>
            <p:nvPr/>
          </p:nvSpPr>
          <p:spPr>
            <a:xfrm>
              <a:off x="5015604" y="3473865"/>
              <a:ext cx="44748" cy="38237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3"/>
            <p:cNvSpPr/>
            <p:nvPr/>
          </p:nvSpPr>
          <p:spPr>
            <a:xfrm>
              <a:off x="4961081" y="3473865"/>
              <a:ext cx="44586" cy="38237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3"/>
            <p:cNvSpPr/>
            <p:nvPr/>
          </p:nvSpPr>
          <p:spPr>
            <a:xfrm>
              <a:off x="4961081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3"/>
            <p:cNvSpPr/>
            <p:nvPr/>
          </p:nvSpPr>
          <p:spPr>
            <a:xfrm>
              <a:off x="4906398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3"/>
            <p:cNvSpPr/>
            <p:nvPr/>
          </p:nvSpPr>
          <p:spPr>
            <a:xfrm>
              <a:off x="4906308" y="3364515"/>
              <a:ext cx="44730" cy="38273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3"/>
            <p:cNvSpPr/>
            <p:nvPr/>
          </p:nvSpPr>
          <p:spPr>
            <a:xfrm>
              <a:off x="4851624" y="3364515"/>
              <a:ext cx="44730" cy="38273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3"/>
            <p:cNvSpPr/>
            <p:nvPr/>
          </p:nvSpPr>
          <p:spPr>
            <a:xfrm>
              <a:off x="4851624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3"/>
            <p:cNvSpPr/>
            <p:nvPr/>
          </p:nvSpPr>
          <p:spPr>
            <a:xfrm>
              <a:off x="4796958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3"/>
            <p:cNvSpPr/>
            <p:nvPr/>
          </p:nvSpPr>
          <p:spPr>
            <a:xfrm>
              <a:off x="4796958" y="3255166"/>
              <a:ext cx="44730" cy="38381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3"/>
            <p:cNvSpPr/>
            <p:nvPr/>
          </p:nvSpPr>
          <p:spPr>
            <a:xfrm>
              <a:off x="4906308" y="3255166"/>
              <a:ext cx="44730" cy="38345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3"/>
            <p:cNvSpPr/>
            <p:nvPr/>
          </p:nvSpPr>
          <p:spPr>
            <a:xfrm>
              <a:off x="4851732" y="32006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3"/>
            <p:cNvSpPr/>
            <p:nvPr/>
          </p:nvSpPr>
          <p:spPr>
            <a:xfrm>
              <a:off x="4797048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3"/>
            <p:cNvSpPr/>
            <p:nvPr/>
          </p:nvSpPr>
          <p:spPr>
            <a:xfrm>
              <a:off x="6108545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3"/>
            <p:cNvSpPr/>
            <p:nvPr/>
          </p:nvSpPr>
          <p:spPr>
            <a:xfrm>
              <a:off x="605400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3"/>
            <p:cNvSpPr/>
            <p:nvPr/>
          </p:nvSpPr>
          <p:spPr>
            <a:xfrm>
              <a:off x="605400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3"/>
            <p:cNvSpPr/>
            <p:nvPr/>
          </p:nvSpPr>
          <p:spPr>
            <a:xfrm>
              <a:off x="5999339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3"/>
            <p:cNvSpPr/>
            <p:nvPr/>
          </p:nvSpPr>
          <p:spPr>
            <a:xfrm>
              <a:off x="5999339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3"/>
            <p:cNvSpPr/>
            <p:nvPr/>
          </p:nvSpPr>
          <p:spPr>
            <a:xfrm>
              <a:off x="5944655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3"/>
            <p:cNvSpPr/>
            <p:nvPr/>
          </p:nvSpPr>
          <p:spPr>
            <a:xfrm>
              <a:off x="5944655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3"/>
            <p:cNvSpPr/>
            <p:nvPr/>
          </p:nvSpPr>
          <p:spPr>
            <a:xfrm>
              <a:off x="5889989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3"/>
            <p:cNvSpPr/>
            <p:nvPr/>
          </p:nvSpPr>
          <p:spPr>
            <a:xfrm>
              <a:off x="5889989" y="1943687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3"/>
            <p:cNvSpPr/>
            <p:nvPr/>
          </p:nvSpPr>
          <p:spPr>
            <a:xfrm>
              <a:off x="583544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3"/>
            <p:cNvSpPr/>
            <p:nvPr/>
          </p:nvSpPr>
          <p:spPr>
            <a:xfrm>
              <a:off x="5835449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3"/>
            <p:cNvSpPr/>
            <p:nvPr/>
          </p:nvSpPr>
          <p:spPr>
            <a:xfrm>
              <a:off x="583544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3"/>
            <p:cNvSpPr/>
            <p:nvPr/>
          </p:nvSpPr>
          <p:spPr>
            <a:xfrm>
              <a:off x="5835449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3"/>
            <p:cNvSpPr/>
            <p:nvPr/>
          </p:nvSpPr>
          <p:spPr>
            <a:xfrm>
              <a:off x="5780783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3"/>
            <p:cNvSpPr/>
            <p:nvPr/>
          </p:nvSpPr>
          <p:spPr>
            <a:xfrm>
              <a:off x="5780783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3"/>
            <p:cNvSpPr/>
            <p:nvPr/>
          </p:nvSpPr>
          <p:spPr>
            <a:xfrm>
              <a:off x="5780783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3"/>
            <p:cNvSpPr/>
            <p:nvPr/>
          </p:nvSpPr>
          <p:spPr>
            <a:xfrm>
              <a:off x="5780783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3"/>
            <p:cNvSpPr/>
            <p:nvPr/>
          </p:nvSpPr>
          <p:spPr>
            <a:xfrm>
              <a:off x="5725955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3"/>
            <p:cNvSpPr/>
            <p:nvPr/>
          </p:nvSpPr>
          <p:spPr>
            <a:xfrm>
              <a:off x="5725955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3"/>
            <p:cNvSpPr/>
            <p:nvPr/>
          </p:nvSpPr>
          <p:spPr>
            <a:xfrm>
              <a:off x="5725955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3"/>
            <p:cNvSpPr/>
            <p:nvPr/>
          </p:nvSpPr>
          <p:spPr>
            <a:xfrm>
              <a:off x="5725955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3"/>
            <p:cNvSpPr/>
            <p:nvPr/>
          </p:nvSpPr>
          <p:spPr>
            <a:xfrm>
              <a:off x="5671433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3"/>
            <p:cNvSpPr/>
            <p:nvPr/>
          </p:nvSpPr>
          <p:spPr>
            <a:xfrm>
              <a:off x="5671433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3"/>
            <p:cNvSpPr/>
            <p:nvPr/>
          </p:nvSpPr>
          <p:spPr>
            <a:xfrm>
              <a:off x="5671433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3"/>
            <p:cNvSpPr/>
            <p:nvPr/>
          </p:nvSpPr>
          <p:spPr>
            <a:xfrm>
              <a:off x="5671433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3"/>
            <p:cNvSpPr/>
            <p:nvPr/>
          </p:nvSpPr>
          <p:spPr>
            <a:xfrm>
              <a:off x="5671433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3"/>
            <p:cNvSpPr/>
            <p:nvPr/>
          </p:nvSpPr>
          <p:spPr>
            <a:xfrm>
              <a:off x="561674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3"/>
            <p:cNvSpPr/>
            <p:nvPr/>
          </p:nvSpPr>
          <p:spPr>
            <a:xfrm>
              <a:off x="5616749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3"/>
            <p:cNvSpPr/>
            <p:nvPr/>
          </p:nvSpPr>
          <p:spPr>
            <a:xfrm>
              <a:off x="5562083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3"/>
            <p:cNvSpPr/>
            <p:nvPr/>
          </p:nvSpPr>
          <p:spPr>
            <a:xfrm>
              <a:off x="5562083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3"/>
            <p:cNvSpPr/>
            <p:nvPr/>
          </p:nvSpPr>
          <p:spPr>
            <a:xfrm>
              <a:off x="5562083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3"/>
            <p:cNvSpPr/>
            <p:nvPr/>
          </p:nvSpPr>
          <p:spPr>
            <a:xfrm>
              <a:off x="5507399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3"/>
            <p:cNvSpPr/>
            <p:nvPr/>
          </p:nvSpPr>
          <p:spPr>
            <a:xfrm>
              <a:off x="5507399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3"/>
            <p:cNvSpPr/>
            <p:nvPr/>
          </p:nvSpPr>
          <p:spPr>
            <a:xfrm>
              <a:off x="5452716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3"/>
            <p:cNvSpPr/>
            <p:nvPr/>
          </p:nvSpPr>
          <p:spPr>
            <a:xfrm>
              <a:off x="5452716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3"/>
            <p:cNvSpPr/>
            <p:nvPr/>
          </p:nvSpPr>
          <p:spPr>
            <a:xfrm>
              <a:off x="5452716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3"/>
            <p:cNvSpPr/>
            <p:nvPr/>
          </p:nvSpPr>
          <p:spPr>
            <a:xfrm>
              <a:off x="5452716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3"/>
            <p:cNvSpPr/>
            <p:nvPr/>
          </p:nvSpPr>
          <p:spPr>
            <a:xfrm>
              <a:off x="5452716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3"/>
            <p:cNvSpPr/>
            <p:nvPr/>
          </p:nvSpPr>
          <p:spPr>
            <a:xfrm>
              <a:off x="5452716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3"/>
            <p:cNvSpPr/>
            <p:nvPr/>
          </p:nvSpPr>
          <p:spPr>
            <a:xfrm>
              <a:off x="5452716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3"/>
            <p:cNvSpPr/>
            <p:nvPr/>
          </p:nvSpPr>
          <p:spPr>
            <a:xfrm>
              <a:off x="539819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3"/>
            <p:cNvSpPr/>
            <p:nvPr/>
          </p:nvSpPr>
          <p:spPr>
            <a:xfrm>
              <a:off x="539819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3"/>
            <p:cNvSpPr/>
            <p:nvPr/>
          </p:nvSpPr>
          <p:spPr>
            <a:xfrm>
              <a:off x="539819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3"/>
            <p:cNvSpPr/>
            <p:nvPr/>
          </p:nvSpPr>
          <p:spPr>
            <a:xfrm>
              <a:off x="5398193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3"/>
            <p:cNvSpPr/>
            <p:nvPr/>
          </p:nvSpPr>
          <p:spPr>
            <a:xfrm>
              <a:off x="5398193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3"/>
            <p:cNvSpPr/>
            <p:nvPr/>
          </p:nvSpPr>
          <p:spPr>
            <a:xfrm>
              <a:off x="539819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3"/>
            <p:cNvSpPr/>
            <p:nvPr/>
          </p:nvSpPr>
          <p:spPr>
            <a:xfrm>
              <a:off x="5398193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3"/>
            <p:cNvSpPr/>
            <p:nvPr/>
          </p:nvSpPr>
          <p:spPr>
            <a:xfrm>
              <a:off x="5343527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3"/>
            <p:cNvSpPr/>
            <p:nvPr/>
          </p:nvSpPr>
          <p:spPr>
            <a:xfrm>
              <a:off x="5343527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3"/>
            <p:cNvSpPr/>
            <p:nvPr/>
          </p:nvSpPr>
          <p:spPr>
            <a:xfrm>
              <a:off x="5343527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3"/>
            <p:cNvSpPr/>
            <p:nvPr/>
          </p:nvSpPr>
          <p:spPr>
            <a:xfrm>
              <a:off x="5343527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3"/>
            <p:cNvSpPr/>
            <p:nvPr/>
          </p:nvSpPr>
          <p:spPr>
            <a:xfrm>
              <a:off x="5343527" y="227159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3"/>
            <p:cNvSpPr/>
            <p:nvPr/>
          </p:nvSpPr>
          <p:spPr>
            <a:xfrm>
              <a:off x="5343527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3"/>
            <p:cNvSpPr/>
            <p:nvPr/>
          </p:nvSpPr>
          <p:spPr>
            <a:xfrm>
              <a:off x="5343527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3"/>
            <p:cNvSpPr/>
            <p:nvPr/>
          </p:nvSpPr>
          <p:spPr>
            <a:xfrm>
              <a:off x="5343527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3"/>
            <p:cNvSpPr/>
            <p:nvPr/>
          </p:nvSpPr>
          <p:spPr>
            <a:xfrm>
              <a:off x="5288844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3"/>
            <p:cNvSpPr/>
            <p:nvPr/>
          </p:nvSpPr>
          <p:spPr>
            <a:xfrm>
              <a:off x="5288844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3"/>
            <p:cNvSpPr/>
            <p:nvPr/>
          </p:nvSpPr>
          <p:spPr>
            <a:xfrm>
              <a:off x="5288844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3"/>
            <p:cNvSpPr/>
            <p:nvPr/>
          </p:nvSpPr>
          <p:spPr>
            <a:xfrm>
              <a:off x="5288844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3"/>
            <p:cNvSpPr/>
            <p:nvPr/>
          </p:nvSpPr>
          <p:spPr>
            <a:xfrm>
              <a:off x="5234160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3"/>
            <p:cNvSpPr/>
            <p:nvPr/>
          </p:nvSpPr>
          <p:spPr>
            <a:xfrm>
              <a:off x="5234160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3"/>
            <p:cNvSpPr/>
            <p:nvPr/>
          </p:nvSpPr>
          <p:spPr>
            <a:xfrm>
              <a:off x="5234160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3"/>
            <p:cNvSpPr/>
            <p:nvPr/>
          </p:nvSpPr>
          <p:spPr>
            <a:xfrm>
              <a:off x="5234160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3"/>
            <p:cNvSpPr/>
            <p:nvPr/>
          </p:nvSpPr>
          <p:spPr>
            <a:xfrm>
              <a:off x="5234160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3"/>
            <p:cNvSpPr/>
            <p:nvPr/>
          </p:nvSpPr>
          <p:spPr>
            <a:xfrm>
              <a:off x="5179494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3"/>
            <p:cNvSpPr/>
            <p:nvPr/>
          </p:nvSpPr>
          <p:spPr>
            <a:xfrm>
              <a:off x="5179494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3"/>
            <p:cNvSpPr/>
            <p:nvPr/>
          </p:nvSpPr>
          <p:spPr>
            <a:xfrm>
              <a:off x="5124954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3"/>
            <p:cNvSpPr/>
            <p:nvPr/>
          </p:nvSpPr>
          <p:spPr>
            <a:xfrm>
              <a:off x="5124954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3"/>
            <p:cNvSpPr/>
            <p:nvPr/>
          </p:nvSpPr>
          <p:spPr>
            <a:xfrm>
              <a:off x="5124954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3"/>
            <p:cNvSpPr/>
            <p:nvPr/>
          </p:nvSpPr>
          <p:spPr>
            <a:xfrm>
              <a:off x="5124954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3"/>
            <p:cNvSpPr/>
            <p:nvPr/>
          </p:nvSpPr>
          <p:spPr>
            <a:xfrm>
              <a:off x="5124954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3"/>
            <p:cNvSpPr/>
            <p:nvPr/>
          </p:nvSpPr>
          <p:spPr>
            <a:xfrm>
              <a:off x="5070288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3"/>
            <p:cNvSpPr/>
            <p:nvPr/>
          </p:nvSpPr>
          <p:spPr>
            <a:xfrm>
              <a:off x="5070288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3"/>
            <p:cNvSpPr/>
            <p:nvPr/>
          </p:nvSpPr>
          <p:spPr>
            <a:xfrm>
              <a:off x="5070288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3"/>
            <p:cNvSpPr/>
            <p:nvPr/>
          </p:nvSpPr>
          <p:spPr>
            <a:xfrm>
              <a:off x="5070288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3"/>
            <p:cNvSpPr/>
            <p:nvPr/>
          </p:nvSpPr>
          <p:spPr>
            <a:xfrm>
              <a:off x="5070288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3"/>
            <p:cNvSpPr/>
            <p:nvPr/>
          </p:nvSpPr>
          <p:spPr>
            <a:xfrm>
              <a:off x="5070288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3"/>
            <p:cNvSpPr/>
            <p:nvPr/>
          </p:nvSpPr>
          <p:spPr>
            <a:xfrm>
              <a:off x="5070288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3"/>
            <p:cNvSpPr/>
            <p:nvPr/>
          </p:nvSpPr>
          <p:spPr>
            <a:xfrm>
              <a:off x="5015765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3"/>
            <p:cNvSpPr/>
            <p:nvPr/>
          </p:nvSpPr>
          <p:spPr>
            <a:xfrm>
              <a:off x="5015765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3"/>
            <p:cNvSpPr/>
            <p:nvPr/>
          </p:nvSpPr>
          <p:spPr>
            <a:xfrm>
              <a:off x="5015658" y="1779815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3"/>
            <p:cNvSpPr/>
            <p:nvPr/>
          </p:nvSpPr>
          <p:spPr>
            <a:xfrm>
              <a:off x="4961081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3"/>
            <p:cNvSpPr/>
            <p:nvPr/>
          </p:nvSpPr>
          <p:spPr>
            <a:xfrm>
              <a:off x="4961081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3"/>
            <p:cNvSpPr/>
            <p:nvPr/>
          </p:nvSpPr>
          <p:spPr>
            <a:xfrm>
              <a:off x="4961081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3"/>
            <p:cNvSpPr/>
            <p:nvPr/>
          </p:nvSpPr>
          <p:spPr>
            <a:xfrm>
              <a:off x="4961081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3"/>
            <p:cNvSpPr/>
            <p:nvPr/>
          </p:nvSpPr>
          <p:spPr>
            <a:xfrm>
              <a:off x="4961081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3"/>
            <p:cNvSpPr/>
            <p:nvPr/>
          </p:nvSpPr>
          <p:spPr>
            <a:xfrm>
              <a:off x="4960974" y="1779815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3"/>
            <p:cNvSpPr/>
            <p:nvPr/>
          </p:nvSpPr>
          <p:spPr>
            <a:xfrm>
              <a:off x="4906398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3"/>
            <p:cNvSpPr/>
            <p:nvPr/>
          </p:nvSpPr>
          <p:spPr>
            <a:xfrm>
              <a:off x="4906398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3"/>
            <p:cNvSpPr/>
            <p:nvPr/>
          </p:nvSpPr>
          <p:spPr>
            <a:xfrm>
              <a:off x="4906398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3"/>
            <p:cNvSpPr/>
            <p:nvPr/>
          </p:nvSpPr>
          <p:spPr>
            <a:xfrm>
              <a:off x="4906398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3"/>
            <p:cNvSpPr/>
            <p:nvPr/>
          </p:nvSpPr>
          <p:spPr>
            <a:xfrm>
              <a:off x="4906398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3"/>
            <p:cNvSpPr/>
            <p:nvPr/>
          </p:nvSpPr>
          <p:spPr>
            <a:xfrm>
              <a:off x="4906308" y="1779815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3"/>
            <p:cNvSpPr/>
            <p:nvPr/>
          </p:nvSpPr>
          <p:spPr>
            <a:xfrm>
              <a:off x="4851732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3"/>
            <p:cNvSpPr/>
            <p:nvPr/>
          </p:nvSpPr>
          <p:spPr>
            <a:xfrm>
              <a:off x="4851732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3"/>
            <p:cNvSpPr/>
            <p:nvPr/>
          </p:nvSpPr>
          <p:spPr>
            <a:xfrm>
              <a:off x="4851624" y="1779815"/>
              <a:ext cx="44730" cy="3825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3"/>
            <p:cNvSpPr/>
            <p:nvPr/>
          </p:nvSpPr>
          <p:spPr>
            <a:xfrm>
              <a:off x="4797048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3"/>
            <p:cNvSpPr/>
            <p:nvPr/>
          </p:nvSpPr>
          <p:spPr>
            <a:xfrm>
              <a:off x="4797048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3"/>
            <p:cNvSpPr/>
            <p:nvPr/>
          </p:nvSpPr>
          <p:spPr>
            <a:xfrm>
              <a:off x="4796958" y="1779815"/>
              <a:ext cx="44730" cy="3825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3"/>
            <p:cNvSpPr/>
            <p:nvPr/>
          </p:nvSpPr>
          <p:spPr>
            <a:xfrm>
              <a:off x="4742382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3"/>
            <p:cNvSpPr/>
            <p:nvPr/>
          </p:nvSpPr>
          <p:spPr>
            <a:xfrm>
              <a:off x="4742382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3"/>
            <p:cNvSpPr/>
            <p:nvPr/>
          </p:nvSpPr>
          <p:spPr>
            <a:xfrm>
              <a:off x="4742382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3"/>
            <p:cNvSpPr/>
            <p:nvPr/>
          </p:nvSpPr>
          <p:spPr>
            <a:xfrm>
              <a:off x="4742382" y="177981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3"/>
            <p:cNvSpPr/>
            <p:nvPr/>
          </p:nvSpPr>
          <p:spPr>
            <a:xfrm>
              <a:off x="4687698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3"/>
            <p:cNvSpPr/>
            <p:nvPr/>
          </p:nvSpPr>
          <p:spPr>
            <a:xfrm>
              <a:off x="4687698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3"/>
            <p:cNvSpPr/>
            <p:nvPr/>
          </p:nvSpPr>
          <p:spPr>
            <a:xfrm>
              <a:off x="4633032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3"/>
            <p:cNvSpPr/>
            <p:nvPr/>
          </p:nvSpPr>
          <p:spPr>
            <a:xfrm>
              <a:off x="4633032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3"/>
            <p:cNvSpPr/>
            <p:nvPr/>
          </p:nvSpPr>
          <p:spPr>
            <a:xfrm>
              <a:off x="4633032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3"/>
            <p:cNvSpPr/>
            <p:nvPr/>
          </p:nvSpPr>
          <p:spPr>
            <a:xfrm>
              <a:off x="4578349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3"/>
            <p:cNvSpPr/>
            <p:nvPr/>
          </p:nvSpPr>
          <p:spPr>
            <a:xfrm>
              <a:off x="4578349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3"/>
            <p:cNvSpPr/>
            <p:nvPr/>
          </p:nvSpPr>
          <p:spPr>
            <a:xfrm>
              <a:off x="4578349" y="188900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3"/>
            <p:cNvSpPr/>
            <p:nvPr/>
          </p:nvSpPr>
          <p:spPr>
            <a:xfrm>
              <a:off x="4523683" y="3145959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3"/>
            <p:cNvSpPr/>
            <p:nvPr/>
          </p:nvSpPr>
          <p:spPr>
            <a:xfrm>
              <a:off x="4523683" y="3091294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3"/>
            <p:cNvSpPr/>
            <p:nvPr/>
          </p:nvSpPr>
          <p:spPr>
            <a:xfrm>
              <a:off x="4523683" y="3036610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3"/>
            <p:cNvSpPr/>
            <p:nvPr/>
          </p:nvSpPr>
          <p:spPr>
            <a:xfrm>
              <a:off x="4523683" y="2982087"/>
              <a:ext cx="44766" cy="38219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3"/>
            <p:cNvSpPr/>
            <p:nvPr/>
          </p:nvSpPr>
          <p:spPr>
            <a:xfrm>
              <a:off x="4523683" y="2927404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3"/>
            <p:cNvSpPr/>
            <p:nvPr/>
          </p:nvSpPr>
          <p:spPr>
            <a:xfrm>
              <a:off x="4523683" y="2872738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3"/>
            <p:cNvSpPr/>
            <p:nvPr/>
          </p:nvSpPr>
          <p:spPr>
            <a:xfrm>
              <a:off x="4523683" y="1943687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3"/>
            <p:cNvSpPr/>
            <p:nvPr/>
          </p:nvSpPr>
          <p:spPr>
            <a:xfrm>
              <a:off x="4523683" y="1889003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3"/>
            <p:cNvSpPr/>
            <p:nvPr/>
          </p:nvSpPr>
          <p:spPr>
            <a:xfrm>
              <a:off x="4469142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3"/>
            <p:cNvSpPr/>
            <p:nvPr/>
          </p:nvSpPr>
          <p:spPr>
            <a:xfrm>
              <a:off x="4469142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3"/>
            <p:cNvSpPr/>
            <p:nvPr/>
          </p:nvSpPr>
          <p:spPr>
            <a:xfrm>
              <a:off x="4469142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3"/>
            <p:cNvSpPr/>
            <p:nvPr/>
          </p:nvSpPr>
          <p:spPr>
            <a:xfrm>
              <a:off x="4469142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3"/>
            <p:cNvSpPr/>
            <p:nvPr/>
          </p:nvSpPr>
          <p:spPr>
            <a:xfrm>
              <a:off x="4469142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3"/>
            <p:cNvSpPr/>
            <p:nvPr/>
          </p:nvSpPr>
          <p:spPr>
            <a:xfrm>
              <a:off x="4469142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3"/>
            <p:cNvSpPr/>
            <p:nvPr/>
          </p:nvSpPr>
          <p:spPr>
            <a:xfrm>
              <a:off x="4469142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3"/>
            <p:cNvSpPr/>
            <p:nvPr/>
          </p:nvSpPr>
          <p:spPr>
            <a:xfrm>
              <a:off x="4414476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3"/>
            <p:cNvSpPr/>
            <p:nvPr/>
          </p:nvSpPr>
          <p:spPr>
            <a:xfrm>
              <a:off x="4414476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3"/>
            <p:cNvSpPr/>
            <p:nvPr/>
          </p:nvSpPr>
          <p:spPr>
            <a:xfrm>
              <a:off x="4414476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3"/>
            <p:cNvSpPr/>
            <p:nvPr/>
          </p:nvSpPr>
          <p:spPr>
            <a:xfrm>
              <a:off x="4414476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3"/>
            <p:cNvSpPr/>
            <p:nvPr/>
          </p:nvSpPr>
          <p:spPr>
            <a:xfrm>
              <a:off x="4414476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3"/>
            <p:cNvSpPr/>
            <p:nvPr/>
          </p:nvSpPr>
          <p:spPr>
            <a:xfrm>
              <a:off x="4414476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3"/>
            <p:cNvSpPr/>
            <p:nvPr/>
          </p:nvSpPr>
          <p:spPr>
            <a:xfrm>
              <a:off x="4359793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3"/>
            <p:cNvSpPr/>
            <p:nvPr/>
          </p:nvSpPr>
          <p:spPr>
            <a:xfrm>
              <a:off x="4359793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3"/>
            <p:cNvSpPr/>
            <p:nvPr/>
          </p:nvSpPr>
          <p:spPr>
            <a:xfrm>
              <a:off x="4359793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3"/>
            <p:cNvSpPr/>
            <p:nvPr/>
          </p:nvSpPr>
          <p:spPr>
            <a:xfrm>
              <a:off x="4359793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3"/>
            <p:cNvSpPr/>
            <p:nvPr/>
          </p:nvSpPr>
          <p:spPr>
            <a:xfrm>
              <a:off x="4305127" y="2818054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3"/>
            <p:cNvSpPr/>
            <p:nvPr/>
          </p:nvSpPr>
          <p:spPr>
            <a:xfrm>
              <a:off x="4305127" y="2763388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3"/>
            <p:cNvSpPr/>
            <p:nvPr/>
          </p:nvSpPr>
          <p:spPr>
            <a:xfrm>
              <a:off x="4305127" y="1943687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3"/>
            <p:cNvSpPr/>
            <p:nvPr/>
          </p:nvSpPr>
          <p:spPr>
            <a:xfrm>
              <a:off x="4305127" y="1889003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3"/>
            <p:cNvSpPr/>
            <p:nvPr/>
          </p:nvSpPr>
          <p:spPr>
            <a:xfrm>
              <a:off x="4305127" y="1779815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3"/>
            <p:cNvSpPr/>
            <p:nvPr/>
          </p:nvSpPr>
          <p:spPr>
            <a:xfrm>
              <a:off x="4305127" y="1670465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3"/>
            <p:cNvSpPr/>
            <p:nvPr/>
          </p:nvSpPr>
          <p:spPr>
            <a:xfrm>
              <a:off x="4250443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3"/>
            <p:cNvSpPr/>
            <p:nvPr/>
          </p:nvSpPr>
          <p:spPr>
            <a:xfrm>
              <a:off x="4250443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3"/>
            <p:cNvSpPr/>
            <p:nvPr/>
          </p:nvSpPr>
          <p:spPr>
            <a:xfrm>
              <a:off x="4250443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3"/>
            <p:cNvSpPr/>
            <p:nvPr/>
          </p:nvSpPr>
          <p:spPr>
            <a:xfrm>
              <a:off x="4250443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3"/>
            <p:cNvSpPr/>
            <p:nvPr/>
          </p:nvSpPr>
          <p:spPr>
            <a:xfrm>
              <a:off x="4250443" y="177981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3"/>
            <p:cNvSpPr/>
            <p:nvPr/>
          </p:nvSpPr>
          <p:spPr>
            <a:xfrm>
              <a:off x="4195921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3"/>
            <p:cNvSpPr/>
            <p:nvPr/>
          </p:nvSpPr>
          <p:spPr>
            <a:xfrm>
              <a:off x="4195921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3"/>
            <p:cNvSpPr/>
            <p:nvPr/>
          </p:nvSpPr>
          <p:spPr>
            <a:xfrm>
              <a:off x="4195921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3"/>
            <p:cNvSpPr/>
            <p:nvPr/>
          </p:nvSpPr>
          <p:spPr>
            <a:xfrm>
              <a:off x="4195921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3"/>
            <p:cNvSpPr/>
            <p:nvPr/>
          </p:nvSpPr>
          <p:spPr>
            <a:xfrm>
              <a:off x="4195921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3"/>
            <p:cNvSpPr/>
            <p:nvPr/>
          </p:nvSpPr>
          <p:spPr>
            <a:xfrm>
              <a:off x="4195921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3"/>
            <p:cNvSpPr/>
            <p:nvPr/>
          </p:nvSpPr>
          <p:spPr>
            <a:xfrm>
              <a:off x="4195921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3"/>
            <p:cNvSpPr/>
            <p:nvPr/>
          </p:nvSpPr>
          <p:spPr>
            <a:xfrm>
              <a:off x="4195921" y="167046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3"/>
            <p:cNvSpPr/>
            <p:nvPr/>
          </p:nvSpPr>
          <p:spPr>
            <a:xfrm>
              <a:off x="4141237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3"/>
            <p:cNvSpPr/>
            <p:nvPr/>
          </p:nvSpPr>
          <p:spPr>
            <a:xfrm>
              <a:off x="4141237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3"/>
            <p:cNvSpPr/>
            <p:nvPr/>
          </p:nvSpPr>
          <p:spPr>
            <a:xfrm>
              <a:off x="4141237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3"/>
            <p:cNvSpPr/>
            <p:nvPr/>
          </p:nvSpPr>
          <p:spPr>
            <a:xfrm>
              <a:off x="4141237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3"/>
            <p:cNvSpPr/>
            <p:nvPr/>
          </p:nvSpPr>
          <p:spPr>
            <a:xfrm>
              <a:off x="4141237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3"/>
            <p:cNvSpPr/>
            <p:nvPr/>
          </p:nvSpPr>
          <p:spPr>
            <a:xfrm>
              <a:off x="4141237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3"/>
            <p:cNvSpPr/>
            <p:nvPr/>
          </p:nvSpPr>
          <p:spPr>
            <a:xfrm>
              <a:off x="4141237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3"/>
            <p:cNvSpPr/>
            <p:nvPr/>
          </p:nvSpPr>
          <p:spPr>
            <a:xfrm>
              <a:off x="4141237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3"/>
            <p:cNvSpPr/>
            <p:nvPr/>
          </p:nvSpPr>
          <p:spPr>
            <a:xfrm>
              <a:off x="4086571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3"/>
            <p:cNvSpPr/>
            <p:nvPr/>
          </p:nvSpPr>
          <p:spPr>
            <a:xfrm>
              <a:off x="4086571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3"/>
            <p:cNvSpPr/>
            <p:nvPr/>
          </p:nvSpPr>
          <p:spPr>
            <a:xfrm>
              <a:off x="4086571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3"/>
            <p:cNvSpPr/>
            <p:nvPr/>
          </p:nvSpPr>
          <p:spPr>
            <a:xfrm>
              <a:off x="4086571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3"/>
            <p:cNvSpPr/>
            <p:nvPr/>
          </p:nvSpPr>
          <p:spPr>
            <a:xfrm>
              <a:off x="4086571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3"/>
            <p:cNvSpPr/>
            <p:nvPr/>
          </p:nvSpPr>
          <p:spPr>
            <a:xfrm>
              <a:off x="4086571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3"/>
            <p:cNvSpPr/>
            <p:nvPr/>
          </p:nvSpPr>
          <p:spPr>
            <a:xfrm>
              <a:off x="4031887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3"/>
            <p:cNvSpPr/>
            <p:nvPr/>
          </p:nvSpPr>
          <p:spPr>
            <a:xfrm>
              <a:off x="4031887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3"/>
            <p:cNvSpPr/>
            <p:nvPr/>
          </p:nvSpPr>
          <p:spPr>
            <a:xfrm>
              <a:off x="4031887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3"/>
            <p:cNvSpPr/>
            <p:nvPr/>
          </p:nvSpPr>
          <p:spPr>
            <a:xfrm>
              <a:off x="4031887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3"/>
            <p:cNvSpPr/>
            <p:nvPr/>
          </p:nvSpPr>
          <p:spPr>
            <a:xfrm>
              <a:off x="4031887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3"/>
            <p:cNvSpPr/>
            <p:nvPr/>
          </p:nvSpPr>
          <p:spPr>
            <a:xfrm>
              <a:off x="4031887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3"/>
            <p:cNvSpPr/>
            <p:nvPr/>
          </p:nvSpPr>
          <p:spPr>
            <a:xfrm>
              <a:off x="3977203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3"/>
            <p:cNvSpPr/>
            <p:nvPr/>
          </p:nvSpPr>
          <p:spPr>
            <a:xfrm>
              <a:off x="3977203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3"/>
            <p:cNvSpPr/>
            <p:nvPr/>
          </p:nvSpPr>
          <p:spPr>
            <a:xfrm>
              <a:off x="3977203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3"/>
            <p:cNvSpPr/>
            <p:nvPr/>
          </p:nvSpPr>
          <p:spPr>
            <a:xfrm>
              <a:off x="3977203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3"/>
            <p:cNvSpPr/>
            <p:nvPr/>
          </p:nvSpPr>
          <p:spPr>
            <a:xfrm>
              <a:off x="3922681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3"/>
            <p:cNvSpPr/>
            <p:nvPr/>
          </p:nvSpPr>
          <p:spPr>
            <a:xfrm>
              <a:off x="3922681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3"/>
            <p:cNvSpPr/>
            <p:nvPr/>
          </p:nvSpPr>
          <p:spPr>
            <a:xfrm>
              <a:off x="3922681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3"/>
            <p:cNvSpPr/>
            <p:nvPr/>
          </p:nvSpPr>
          <p:spPr>
            <a:xfrm>
              <a:off x="3922681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3"/>
            <p:cNvSpPr/>
            <p:nvPr/>
          </p:nvSpPr>
          <p:spPr>
            <a:xfrm>
              <a:off x="3922681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3"/>
            <p:cNvSpPr/>
            <p:nvPr/>
          </p:nvSpPr>
          <p:spPr>
            <a:xfrm>
              <a:off x="392268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3"/>
            <p:cNvSpPr/>
            <p:nvPr/>
          </p:nvSpPr>
          <p:spPr>
            <a:xfrm>
              <a:off x="3868015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3"/>
            <p:cNvSpPr/>
            <p:nvPr/>
          </p:nvSpPr>
          <p:spPr>
            <a:xfrm>
              <a:off x="3868015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3"/>
            <p:cNvSpPr/>
            <p:nvPr/>
          </p:nvSpPr>
          <p:spPr>
            <a:xfrm>
              <a:off x="3868015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3"/>
            <p:cNvSpPr/>
            <p:nvPr/>
          </p:nvSpPr>
          <p:spPr>
            <a:xfrm>
              <a:off x="3813331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3"/>
            <p:cNvSpPr/>
            <p:nvPr/>
          </p:nvSpPr>
          <p:spPr>
            <a:xfrm>
              <a:off x="381333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47" name="Google Shape;1947;p53"/>
          <p:cNvSpPr txBox="1"/>
          <p:nvPr>
            <p:ph idx="4294967295" type="body"/>
          </p:nvPr>
        </p:nvSpPr>
        <p:spPr>
          <a:xfrm>
            <a:off x="7035726" y="3446325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1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48" name="Google Shape;1948;p53"/>
          <p:cNvSpPr/>
          <p:nvPr/>
        </p:nvSpPr>
        <p:spPr>
          <a:xfrm>
            <a:off x="6867426" y="3554925"/>
            <a:ext cx="168300" cy="168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9" name="Google Shape;1949;p53"/>
          <p:cNvSpPr txBox="1"/>
          <p:nvPr>
            <p:ph idx="4294967295" type="body"/>
          </p:nvPr>
        </p:nvSpPr>
        <p:spPr>
          <a:xfrm>
            <a:off x="7035726" y="3894150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2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50" name="Google Shape;1950;p53"/>
          <p:cNvSpPr/>
          <p:nvPr/>
        </p:nvSpPr>
        <p:spPr>
          <a:xfrm>
            <a:off x="6867426" y="4002750"/>
            <a:ext cx="168300" cy="168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54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54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TIMELINE ALWAYS WORKS WELL</a:t>
            </a:r>
            <a:endParaRPr/>
          </a:p>
        </p:txBody>
      </p:sp>
      <p:cxnSp>
        <p:nvCxnSpPr>
          <p:cNvPr id="1956" name="Google Shape;1956;p54"/>
          <p:cNvCxnSpPr/>
          <p:nvPr/>
        </p:nvCxnSpPr>
        <p:spPr>
          <a:xfrm>
            <a:off x="1245300" y="2859300"/>
            <a:ext cx="66534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57" name="Google Shape;1957;p54"/>
          <p:cNvSpPr txBox="1"/>
          <p:nvPr>
            <p:ph idx="4294967295" type="title"/>
          </p:nvPr>
        </p:nvSpPr>
        <p:spPr>
          <a:xfrm>
            <a:off x="1019361" y="2097688"/>
            <a:ext cx="1527300" cy="3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DAY 1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58" name="Google Shape;1958;p54"/>
          <p:cNvSpPr txBox="1"/>
          <p:nvPr>
            <p:ph idx="4294967295" type="subTitle"/>
          </p:nvPr>
        </p:nvSpPr>
        <p:spPr>
          <a:xfrm>
            <a:off x="1019364" y="3183038"/>
            <a:ext cx="1527300" cy="72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Earth is where we live on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59" name="Google Shape;1959;p54"/>
          <p:cNvSpPr txBox="1"/>
          <p:nvPr>
            <p:ph idx="4294967295" type="title"/>
          </p:nvPr>
        </p:nvSpPr>
        <p:spPr>
          <a:xfrm>
            <a:off x="4738561" y="2097688"/>
            <a:ext cx="1527300" cy="3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DAY 3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0" name="Google Shape;1960;p54"/>
          <p:cNvSpPr txBox="1"/>
          <p:nvPr>
            <p:ph idx="4294967295" type="subTitle"/>
          </p:nvPr>
        </p:nvSpPr>
        <p:spPr>
          <a:xfrm>
            <a:off x="4738564" y="3183038"/>
            <a:ext cx="1527300" cy="72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lt1"/>
                </a:solidFill>
              </a:rPr>
              <a:t>Mars is a cold place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1" name="Google Shape;1961;p54"/>
          <p:cNvSpPr txBox="1"/>
          <p:nvPr>
            <p:ph idx="4294967295" type="subTitle"/>
          </p:nvPr>
        </p:nvSpPr>
        <p:spPr>
          <a:xfrm>
            <a:off x="2879789" y="1892972"/>
            <a:ext cx="1527300" cy="72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Jupiter is the biggest planet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2" name="Google Shape;1962;p54"/>
          <p:cNvSpPr txBox="1"/>
          <p:nvPr>
            <p:ph idx="4294967295" type="title"/>
          </p:nvPr>
        </p:nvSpPr>
        <p:spPr>
          <a:xfrm>
            <a:off x="2879786" y="3230845"/>
            <a:ext cx="1527300" cy="3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DAY 2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3" name="Google Shape;1963;p54"/>
          <p:cNvSpPr txBox="1"/>
          <p:nvPr>
            <p:ph idx="4294967295" type="subTitle"/>
          </p:nvPr>
        </p:nvSpPr>
        <p:spPr>
          <a:xfrm>
            <a:off x="6597339" y="1881059"/>
            <a:ext cx="1527300" cy="72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Venus has a nice name</a:t>
            </a:r>
            <a:r>
              <a:rPr lang="en" sz="1400">
                <a:solidFill>
                  <a:schemeClr val="lt1"/>
                </a:solidFill>
              </a:rPr>
              <a:t> 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4" name="Google Shape;1964;p54"/>
          <p:cNvSpPr txBox="1"/>
          <p:nvPr>
            <p:ph idx="4294967295" type="title"/>
          </p:nvPr>
        </p:nvSpPr>
        <p:spPr>
          <a:xfrm>
            <a:off x="6597336" y="3218932"/>
            <a:ext cx="1527300" cy="3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DAY 4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5" name="Google Shape;1965;p54"/>
          <p:cNvSpPr/>
          <p:nvPr/>
        </p:nvSpPr>
        <p:spPr>
          <a:xfrm>
            <a:off x="1674250" y="2750550"/>
            <a:ext cx="217500" cy="217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6" name="Google Shape;1966;p54"/>
          <p:cNvSpPr/>
          <p:nvPr/>
        </p:nvSpPr>
        <p:spPr>
          <a:xfrm>
            <a:off x="3534675" y="2750550"/>
            <a:ext cx="217500" cy="217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7" name="Google Shape;1967;p54"/>
          <p:cNvSpPr/>
          <p:nvPr/>
        </p:nvSpPr>
        <p:spPr>
          <a:xfrm>
            <a:off x="5395100" y="2750550"/>
            <a:ext cx="217500" cy="217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8" name="Google Shape;1968;p54"/>
          <p:cNvSpPr/>
          <p:nvPr/>
        </p:nvSpPr>
        <p:spPr>
          <a:xfrm>
            <a:off x="7255525" y="2750550"/>
            <a:ext cx="217500" cy="217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69" name="Google Shape;1969;p54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73" name="Shape 1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4" name="Google Shape;1974;p55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PREFER THIS GRAPH?</a:t>
            </a:r>
            <a:endParaRPr/>
          </a:p>
        </p:txBody>
      </p:sp>
      <p:sp>
        <p:nvSpPr>
          <p:cNvPr id="1975" name="Google Shape;1975;p55"/>
          <p:cNvSpPr txBox="1"/>
          <p:nvPr>
            <p:ph idx="4294967295" type="body"/>
          </p:nvPr>
        </p:nvSpPr>
        <p:spPr>
          <a:xfrm>
            <a:off x="6341669" y="3705325"/>
            <a:ext cx="1907100" cy="86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To modify this graph, click on it, follow the link, change the data and replace it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76" name="Google Shape;1976;p55"/>
          <p:cNvSpPr txBox="1"/>
          <p:nvPr>
            <p:ph idx="4294967295" type="body"/>
          </p:nvPr>
        </p:nvSpPr>
        <p:spPr>
          <a:xfrm>
            <a:off x="6596870" y="2652500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1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77" name="Google Shape;1977;p55"/>
          <p:cNvSpPr/>
          <p:nvPr/>
        </p:nvSpPr>
        <p:spPr>
          <a:xfrm>
            <a:off x="6428570" y="2761100"/>
            <a:ext cx="168300" cy="168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8" name="Google Shape;1978;p55"/>
          <p:cNvSpPr txBox="1"/>
          <p:nvPr>
            <p:ph idx="4294967295" type="body"/>
          </p:nvPr>
        </p:nvSpPr>
        <p:spPr>
          <a:xfrm>
            <a:off x="6596870" y="3100325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2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79" name="Google Shape;1979;p55"/>
          <p:cNvSpPr/>
          <p:nvPr/>
        </p:nvSpPr>
        <p:spPr>
          <a:xfrm>
            <a:off x="6428570" y="3208925"/>
            <a:ext cx="168300" cy="168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80" name="Google Shape;1980;p55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pic>
        <p:nvPicPr>
          <p:cNvPr id="1981" name="Google Shape;1981;p5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91738" y="1656775"/>
            <a:ext cx="4795725" cy="2965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85" name="Shape 1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" name="Google Shape;1986;p56"/>
          <p:cNvSpPr txBox="1"/>
          <p:nvPr>
            <p:ph type="title"/>
          </p:nvPr>
        </p:nvSpPr>
        <p:spPr>
          <a:xfrm>
            <a:off x="1920750" y="1634425"/>
            <a:ext cx="5302500" cy="111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300,000</a:t>
            </a:r>
            <a:endParaRPr/>
          </a:p>
        </p:txBody>
      </p:sp>
      <p:sp>
        <p:nvSpPr>
          <p:cNvPr id="1987" name="Google Shape;1987;p56"/>
          <p:cNvSpPr txBox="1"/>
          <p:nvPr>
            <p:ph idx="1" type="body"/>
          </p:nvPr>
        </p:nvSpPr>
        <p:spPr>
          <a:xfrm>
            <a:off x="2786550" y="3094475"/>
            <a:ext cx="3570900" cy="5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  <p:cxnSp>
        <p:nvCxnSpPr>
          <p:cNvPr id="1988" name="Google Shape;1988;p56"/>
          <p:cNvCxnSpPr/>
          <p:nvPr/>
        </p:nvCxnSpPr>
        <p:spPr>
          <a:xfrm>
            <a:off x="3190500" y="2845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92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3" name="Google Shape;1993;p57"/>
          <p:cNvSpPr txBox="1"/>
          <p:nvPr>
            <p:ph type="title"/>
          </p:nvPr>
        </p:nvSpPr>
        <p:spPr>
          <a:xfrm>
            <a:off x="938500" y="445025"/>
            <a:ext cx="4964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SOMETIMES, </a:t>
            </a:r>
            <a:r>
              <a:rPr lang="en"/>
              <a:t>COMPARISONS</a:t>
            </a:r>
            <a:r>
              <a:rPr lang="en"/>
              <a:t> ARE GOOD</a:t>
            </a:r>
            <a:endParaRPr/>
          </a:p>
        </p:txBody>
      </p:sp>
      <p:sp>
        <p:nvSpPr>
          <p:cNvPr id="1994" name="Google Shape;1994;p57"/>
          <p:cNvSpPr txBox="1"/>
          <p:nvPr>
            <p:ph idx="1" type="body"/>
          </p:nvPr>
        </p:nvSpPr>
        <p:spPr>
          <a:xfrm>
            <a:off x="1067241" y="2651775"/>
            <a:ext cx="3258900" cy="17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</p:txBody>
      </p:sp>
      <p:sp>
        <p:nvSpPr>
          <p:cNvPr id="1995" name="Google Shape;1995;p57"/>
          <p:cNvSpPr txBox="1"/>
          <p:nvPr>
            <p:ph idx="2" type="body"/>
          </p:nvPr>
        </p:nvSpPr>
        <p:spPr>
          <a:xfrm>
            <a:off x="4673852" y="2651775"/>
            <a:ext cx="3258900" cy="17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</p:txBody>
      </p:sp>
      <p:sp>
        <p:nvSpPr>
          <p:cNvPr id="1996" name="Google Shape;1996;p57"/>
          <p:cNvSpPr txBox="1"/>
          <p:nvPr>
            <p:ph idx="3" type="title"/>
          </p:nvPr>
        </p:nvSpPr>
        <p:spPr>
          <a:xfrm>
            <a:off x="1213499" y="1955125"/>
            <a:ext cx="32589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CONCEPT 1</a:t>
            </a:r>
            <a:endParaRPr/>
          </a:p>
        </p:txBody>
      </p:sp>
      <p:sp>
        <p:nvSpPr>
          <p:cNvPr id="1997" name="Google Shape;1997;p57"/>
          <p:cNvSpPr txBox="1"/>
          <p:nvPr>
            <p:ph idx="4" type="title"/>
          </p:nvPr>
        </p:nvSpPr>
        <p:spPr>
          <a:xfrm>
            <a:off x="4820099" y="1955125"/>
            <a:ext cx="32589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CONCEPT 2</a:t>
            </a:r>
            <a:endParaRPr/>
          </a:p>
        </p:txBody>
      </p:sp>
      <p:cxnSp>
        <p:nvCxnSpPr>
          <p:cNvPr id="1998" name="Google Shape;1998;p57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02" name="Shape 2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3" name="Google Shape;2003;p58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NEED FOUR COLUMNS?</a:t>
            </a:r>
            <a:endParaRPr/>
          </a:p>
        </p:txBody>
      </p:sp>
      <p:sp>
        <p:nvSpPr>
          <p:cNvPr id="2004" name="Google Shape;2004;p58"/>
          <p:cNvSpPr txBox="1"/>
          <p:nvPr>
            <p:ph idx="2" type="title"/>
          </p:nvPr>
        </p:nvSpPr>
        <p:spPr>
          <a:xfrm>
            <a:off x="898386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005" name="Google Shape;2005;p58"/>
          <p:cNvSpPr txBox="1"/>
          <p:nvPr>
            <p:ph idx="1" type="subTitle"/>
          </p:nvPr>
        </p:nvSpPr>
        <p:spPr>
          <a:xfrm>
            <a:off x="898389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2006" name="Google Shape;2006;p58"/>
          <p:cNvSpPr txBox="1"/>
          <p:nvPr>
            <p:ph idx="3" type="title"/>
          </p:nvPr>
        </p:nvSpPr>
        <p:spPr>
          <a:xfrm>
            <a:off x="2790261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007" name="Google Shape;2007;p58"/>
          <p:cNvSpPr txBox="1"/>
          <p:nvPr>
            <p:ph idx="4" type="subTitle"/>
          </p:nvPr>
        </p:nvSpPr>
        <p:spPr>
          <a:xfrm>
            <a:off x="2790264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</a:t>
            </a:r>
            <a:r>
              <a:rPr lang="en"/>
              <a:t>s the closest planet to the Sun</a:t>
            </a:r>
            <a:endParaRPr/>
          </a:p>
        </p:txBody>
      </p:sp>
      <p:sp>
        <p:nvSpPr>
          <p:cNvPr id="2008" name="Google Shape;2008;p58"/>
          <p:cNvSpPr txBox="1"/>
          <p:nvPr>
            <p:ph idx="5" type="title"/>
          </p:nvPr>
        </p:nvSpPr>
        <p:spPr>
          <a:xfrm>
            <a:off x="4682136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009" name="Google Shape;2009;p58"/>
          <p:cNvSpPr txBox="1"/>
          <p:nvPr>
            <p:ph idx="6" type="subTitle"/>
          </p:nvPr>
        </p:nvSpPr>
        <p:spPr>
          <a:xfrm>
            <a:off x="4682139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 i</a:t>
            </a:r>
            <a:r>
              <a:rPr lang="en"/>
              <a:t>s the biggest planet in the Solar System</a:t>
            </a:r>
            <a:endParaRPr/>
          </a:p>
        </p:txBody>
      </p:sp>
      <p:sp>
        <p:nvSpPr>
          <p:cNvPr id="2010" name="Google Shape;2010;p58"/>
          <p:cNvSpPr txBox="1"/>
          <p:nvPr>
            <p:ph idx="7" type="title"/>
          </p:nvPr>
        </p:nvSpPr>
        <p:spPr>
          <a:xfrm>
            <a:off x="6574011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011" name="Google Shape;2011;p58"/>
          <p:cNvSpPr txBox="1"/>
          <p:nvPr>
            <p:ph idx="8" type="subTitle"/>
          </p:nvPr>
        </p:nvSpPr>
        <p:spPr>
          <a:xfrm>
            <a:off x="6574014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hot</a:t>
            </a:r>
            <a:endParaRPr/>
          </a:p>
        </p:txBody>
      </p:sp>
      <p:sp>
        <p:nvSpPr>
          <p:cNvPr id="2012" name="Google Shape;2012;p58"/>
          <p:cNvSpPr/>
          <p:nvPr/>
        </p:nvSpPr>
        <p:spPr>
          <a:xfrm>
            <a:off x="1297975" y="2036425"/>
            <a:ext cx="872400" cy="872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3" name="Google Shape;2013;p58"/>
          <p:cNvSpPr/>
          <p:nvPr/>
        </p:nvSpPr>
        <p:spPr>
          <a:xfrm>
            <a:off x="3189850" y="2036425"/>
            <a:ext cx="872400" cy="872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58"/>
          <p:cNvSpPr/>
          <p:nvPr/>
        </p:nvSpPr>
        <p:spPr>
          <a:xfrm>
            <a:off x="6973625" y="2036425"/>
            <a:ext cx="872400" cy="872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5" name="Google Shape;2015;p58"/>
          <p:cNvSpPr/>
          <p:nvPr/>
        </p:nvSpPr>
        <p:spPr>
          <a:xfrm>
            <a:off x="5081738" y="2036425"/>
            <a:ext cx="872400" cy="872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016" name="Google Shape;2016;p58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017" name="Google Shape;2017;p58"/>
          <p:cNvSpPr/>
          <p:nvPr/>
        </p:nvSpPr>
        <p:spPr>
          <a:xfrm>
            <a:off x="5304069" y="2258977"/>
            <a:ext cx="427722" cy="427305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18" name="Google Shape;2018;p58"/>
          <p:cNvGrpSpPr/>
          <p:nvPr/>
        </p:nvGrpSpPr>
        <p:grpSpPr>
          <a:xfrm>
            <a:off x="7204132" y="2277037"/>
            <a:ext cx="409193" cy="391194"/>
            <a:chOff x="7441465" y="2302860"/>
            <a:chExt cx="342192" cy="327140"/>
          </a:xfrm>
        </p:grpSpPr>
        <p:sp>
          <p:nvSpPr>
            <p:cNvPr id="2019" name="Google Shape;2019;p58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1" name="Google Shape;2021;p58"/>
          <p:cNvGrpSpPr/>
          <p:nvPr/>
        </p:nvGrpSpPr>
        <p:grpSpPr>
          <a:xfrm>
            <a:off x="1510148" y="2249004"/>
            <a:ext cx="448077" cy="447242"/>
            <a:chOff x="1421638" y="4125629"/>
            <a:chExt cx="374709" cy="374010"/>
          </a:xfrm>
        </p:grpSpPr>
        <p:sp>
          <p:nvSpPr>
            <p:cNvPr id="2022" name="Google Shape;2022;p58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8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4" name="Google Shape;2024;p58"/>
          <p:cNvGrpSpPr/>
          <p:nvPr/>
        </p:nvGrpSpPr>
        <p:grpSpPr>
          <a:xfrm>
            <a:off x="3420343" y="2252224"/>
            <a:ext cx="411433" cy="440824"/>
            <a:chOff x="4149138" y="4121151"/>
            <a:chExt cx="344065" cy="368644"/>
          </a:xfrm>
        </p:grpSpPr>
        <p:sp>
          <p:nvSpPr>
            <p:cNvPr id="2025" name="Google Shape;2025;p58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8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8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8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8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8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8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8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8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8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40" name="Shape 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1" name="Google Shape;2041;p59"/>
          <p:cNvSpPr txBox="1"/>
          <p:nvPr>
            <p:ph type="title"/>
          </p:nvPr>
        </p:nvSpPr>
        <p:spPr>
          <a:xfrm>
            <a:off x="4996800" y="66184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333,000</a:t>
            </a:r>
            <a:endParaRPr/>
          </a:p>
        </p:txBody>
      </p:sp>
      <p:sp>
        <p:nvSpPr>
          <p:cNvPr id="2042" name="Google Shape;2042;p59"/>
          <p:cNvSpPr txBox="1"/>
          <p:nvPr>
            <p:ph idx="1" type="subTitle"/>
          </p:nvPr>
        </p:nvSpPr>
        <p:spPr>
          <a:xfrm>
            <a:off x="4911000" y="126585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</a:t>
            </a:r>
            <a:endParaRPr/>
          </a:p>
        </p:txBody>
      </p:sp>
      <p:sp>
        <p:nvSpPr>
          <p:cNvPr id="2043" name="Google Shape;2043;p59"/>
          <p:cNvSpPr txBox="1"/>
          <p:nvPr>
            <p:ph idx="2" type="title"/>
          </p:nvPr>
        </p:nvSpPr>
        <p:spPr>
          <a:xfrm>
            <a:off x="4996800" y="209919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245,00</a:t>
            </a:r>
            <a:endParaRPr/>
          </a:p>
        </p:txBody>
      </p:sp>
      <p:sp>
        <p:nvSpPr>
          <p:cNvPr id="2044" name="Google Shape;2044;p59"/>
          <p:cNvSpPr txBox="1"/>
          <p:nvPr>
            <p:ph idx="3" type="subTitle"/>
          </p:nvPr>
        </p:nvSpPr>
        <p:spPr>
          <a:xfrm>
            <a:off x="4911000" y="270320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</a:t>
            </a:r>
            <a:endParaRPr/>
          </a:p>
        </p:txBody>
      </p:sp>
      <p:sp>
        <p:nvSpPr>
          <p:cNvPr id="2045" name="Google Shape;2045;p59"/>
          <p:cNvSpPr txBox="1"/>
          <p:nvPr>
            <p:ph idx="4" type="title"/>
          </p:nvPr>
        </p:nvSpPr>
        <p:spPr>
          <a:xfrm>
            <a:off x="4996800" y="353654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386,000</a:t>
            </a:r>
            <a:endParaRPr/>
          </a:p>
        </p:txBody>
      </p:sp>
      <p:sp>
        <p:nvSpPr>
          <p:cNvPr id="2046" name="Google Shape;2046;p59"/>
          <p:cNvSpPr txBox="1"/>
          <p:nvPr>
            <p:ph idx="5" type="subTitle"/>
          </p:nvPr>
        </p:nvSpPr>
        <p:spPr>
          <a:xfrm>
            <a:off x="4911000" y="414055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cold</a:t>
            </a:r>
            <a:endParaRPr/>
          </a:p>
        </p:txBody>
      </p:sp>
      <p:cxnSp>
        <p:nvCxnSpPr>
          <p:cNvPr id="2047" name="Google Shape;2047;p59"/>
          <p:cNvCxnSpPr/>
          <p:nvPr/>
        </p:nvCxnSpPr>
        <p:spPr>
          <a:xfrm>
            <a:off x="8843800" y="392547"/>
            <a:ext cx="0" cy="43584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51" name="Shape 2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2" name="Google Shape;2052;p60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THESE ARE THE PERCENTAGES!</a:t>
            </a:r>
            <a:endParaRPr/>
          </a:p>
        </p:txBody>
      </p:sp>
      <p:cxnSp>
        <p:nvCxnSpPr>
          <p:cNvPr id="2053" name="Google Shape;2053;p60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054" name="Google Shape;2054;p60"/>
          <p:cNvSpPr/>
          <p:nvPr/>
        </p:nvSpPr>
        <p:spPr>
          <a:xfrm>
            <a:off x="1077905" y="2739425"/>
            <a:ext cx="1819200" cy="1819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5" name="Google Shape;2055;p60"/>
          <p:cNvSpPr txBox="1"/>
          <p:nvPr>
            <p:ph idx="4294967295" type="title"/>
          </p:nvPr>
        </p:nvSpPr>
        <p:spPr>
          <a:xfrm>
            <a:off x="695245" y="3082358"/>
            <a:ext cx="25845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6"/>
                </a:solidFill>
              </a:rPr>
              <a:t>34%</a:t>
            </a:r>
            <a:endParaRPr sz="3600">
              <a:solidFill>
                <a:schemeClr val="accent6"/>
              </a:solidFill>
            </a:endParaRPr>
          </a:p>
        </p:txBody>
      </p:sp>
      <p:sp>
        <p:nvSpPr>
          <p:cNvPr id="2056" name="Google Shape;2056;p60"/>
          <p:cNvSpPr txBox="1"/>
          <p:nvPr>
            <p:ph idx="4294967295" type="subTitle"/>
          </p:nvPr>
        </p:nvSpPr>
        <p:spPr>
          <a:xfrm>
            <a:off x="1228345" y="3707257"/>
            <a:ext cx="15183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6"/>
                </a:solidFill>
              </a:rPr>
              <a:t>Mars is a cold place</a:t>
            </a:r>
            <a:endParaRPr sz="1400">
              <a:solidFill>
                <a:schemeClr val="accent6"/>
              </a:solidFill>
            </a:endParaRPr>
          </a:p>
        </p:txBody>
      </p:sp>
      <p:sp>
        <p:nvSpPr>
          <p:cNvPr id="2057" name="Google Shape;2057;p60"/>
          <p:cNvSpPr/>
          <p:nvPr/>
        </p:nvSpPr>
        <p:spPr>
          <a:xfrm>
            <a:off x="3279750" y="1606525"/>
            <a:ext cx="2584500" cy="2584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8" name="Google Shape;2058;p60"/>
          <p:cNvSpPr txBox="1"/>
          <p:nvPr>
            <p:ph idx="4294967295" type="title"/>
          </p:nvPr>
        </p:nvSpPr>
        <p:spPr>
          <a:xfrm>
            <a:off x="3279750" y="2158601"/>
            <a:ext cx="25845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6"/>
                </a:solidFill>
              </a:rPr>
              <a:t>48%</a:t>
            </a:r>
            <a:endParaRPr sz="4800">
              <a:solidFill>
                <a:schemeClr val="accent6"/>
              </a:solidFill>
            </a:endParaRPr>
          </a:p>
        </p:txBody>
      </p:sp>
      <p:sp>
        <p:nvSpPr>
          <p:cNvPr id="2059" name="Google Shape;2059;p60"/>
          <p:cNvSpPr txBox="1"/>
          <p:nvPr>
            <p:ph idx="4294967295" type="subTitle"/>
          </p:nvPr>
        </p:nvSpPr>
        <p:spPr>
          <a:xfrm>
            <a:off x="3662400" y="3005901"/>
            <a:ext cx="18192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6"/>
                </a:solidFill>
              </a:rPr>
              <a:t>Mercury is the smallest planet</a:t>
            </a:r>
            <a:endParaRPr sz="1400">
              <a:solidFill>
                <a:schemeClr val="accent6"/>
              </a:solidFill>
            </a:endParaRPr>
          </a:p>
        </p:txBody>
      </p:sp>
      <p:sp>
        <p:nvSpPr>
          <p:cNvPr id="2060" name="Google Shape;2060;p60"/>
          <p:cNvSpPr/>
          <p:nvPr/>
        </p:nvSpPr>
        <p:spPr>
          <a:xfrm>
            <a:off x="6246905" y="1319200"/>
            <a:ext cx="1819200" cy="1819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1" name="Google Shape;2061;p60"/>
          <p:cNvSpPr txBox="1"/>
          <p:nvPr>
            <p:ph idx="4294967295" type="title"/>
          </p:nvPr>
        </p:nvSpPr>
        <p:spPr>
          <a:xfrm>
            <a:off x="5864240" y="1593759"/>
            <a:ext cx="25845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6"/>
                </a:solidFill>
              </a:rPr>
              <a:t>18%</a:t>
            </a:r>
            <a:endParaRPr sz="3600">
              <a:solidFill>
                <a:schemeClr val="accent6"/>
              </a:solidFill>
            </a:endParaRPr>
          </a:p>
        </p:txBody>
      </p:sp>
      <p:sp>
        <p:nvSpPr>
          <p:cNvPr id="2062" name="Google Shape;2062;p60"/>
          <p:cNvSpPr txBox="1"/>
          <p:nvPr>
            <p:ph idx="4294967295" type="subTitle"/>
          </p:nvPr>
        </p:nvSpPr>
        <p:spPr>
          <a:xfrm>
            <a:off x="6397345" y="2223058"/>
            <a:ext cx="15183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6"/>
                </a:solidFill>
              </a:rPr>
              <a:t>Jupiter is the biggest one</a:t>
            </a:r>
            <a:endParaRPr sz="1400">
              <a:solidFill>
                <a:schemeClr val="accent6"/>
              </a:solidFill>
            </a:endParaRPr>
          </a:p>
        </p:txBody>
      </p:sp>
      <p:cxnSp>
        <p:nvCxnSpPr>
          <p:cNvPr id="2063" name="Google Shape;2063;p60"/>
          <p:cNvCxnSpPr>
            <a:stCxn id="2060" idx="0"/>
          </p:cNvCxnSpPr>
          <p:nvPr/>
        </p:nvCxnSpPr>
        <p:spPr>
          <a:xfrm rot="10800000">
            <a:off x="7156505" y="-320000"/>
            <a:ext cx="0" cy="16392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4" name="Google Shape;2064;p60"/>
          <p:cNvCxnSpPr>
            <a:stCxn id="2057" idx="4"/>
          </p:cNvCxnSpPr>
          <p:nvPr/>
        </p:nvCxnSpPr>
        <p:spPr>
          <a:xfrm>
            <a:off x="4572000" y="4191025"/>
            <a:ext cx="0" cy="13620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5" name="Google Shape;2065;p60"/>
          <p:cNvCxnSpPr>
            <a:stCxn id="2054" idx="4"/>
          </p:cNvCxnSpPr>
          <p:nvPr/>
        </p:nvCxnSpPr>
        <p:spPr>
          <a:xfrm>
            <a:off x="1987505" y="4558625"/>
            <a:ext cx="0" cy="7128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69" name="Shape 2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0" name="Google Shape;2070;p61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REVIEWING CONCEPTS IS A GOOD IDEA</a:t>
            </a:r>
            <a:endParaRPr/>
          </a:p>
        </p:txBody>
      </p:sp>
      <p:cxnSp>
        <p:nvCxnSpPr>
          <p:cNvPr id="2071" name="Google Shape;2071;p61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072" name="Google Shape;2072;p61"/>
          <p:cNvSpPr txBox="1"/>
          <p:nvPr>
            <p:ph type="title"/>
          </p:nvPr>
        </p:nvSpPr>
        <p:spPr>
          <a:xfrm>
            <a:off x="3538497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073" name="Google Shape;2073;p61"/>
          <p:cNvSpPr txBox="1"/>
          <p:nvPr>
            <p:ph idx="1" type="subTitle"/>
          </p:nvPr>
        </p:nvSpPr>
        <p:spPr>
          <a:xfrm>
            <a:off x="3538498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beautiful name</a:t>
            </a:r>
            <a:endParaRPr/>
          </a:p>
        </p:txBody>
      </p:sp>
      <p:sp>
        <p:nvSpPr>
          <p:cNvPr id="2074" name="Google Shape;2074;p61"/>
          <p:cNvSpPr txBox="1"/>
          <p:nvPr>
            <p:ph idx="2" type="title"/>
          </p:nvPr>
        </p:nvSpPr>
        <p:spPr>
          <a:xfrm>
            <a:off x="6028553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075" name="Google Shape;2075;p61"/>
          <p:cNvSpPr txBox="1"/>
          <p:nvPr>
            <p:ph idx="3" type="subTitle"/>
          </p:nvPr>
        </p:nvSpPr>
        <p:spPr>
          <a:xfrm>
            <a:off x="6028552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 is actually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6" name="Google Shape;2076;p61"/>
          <p:cNvSpPr txBox="1"/>
          <p:nvPr>
            <p:ph idx="5" type="title"/>
          </p:nvPr>
        </p:nvSpPr>
        <p:spPr>
          <a:xfrm>
            <a:off x="1048447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077" name="Google Shape;2077;p61"/>
          <p:cNvSpPr txBox="1"/>
          <p:nvPr>
            <p:ph idx="6" type="subTitle"/>
          </p:nvPr>
        </p:nvSpPr>
        <p:spPr>
          <a:xfrm>
            <a:off x="1048450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</a:t>
            </a:r>
            <a:endParaRPr/>
          </a:p>
        </p:txBody>
      </p:sp>
      <p:sp>
        <p:nvSpPr>
          <p:cNvPr id="2078" name="Google Shape;2078;p61"/>
          <p:cNvSpPr txBox="1"/>
          <p:nvPr>
            <p:ph idx="7" type="title"/>
          </p:nvPr>
        </p:nvSpPr>
        <p:spPr>
          <a:xfrm>
            <a:off x="3538497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2079" name="Google Shape;2079;p61"/>
          <p:cNvSpPr txBox="1"/>
          <p:nvPr>
            <p:ph idx="8" type="subTitle"/>
          </p:nvPr>
        </p:nvSpPr>
        <p:spPr>
          <a:xfrm>
            <a:off x="3538498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2080" name="Google Shape;2080;p61"/>
          <p:cNvSpPr txBox="1"/>
          <p:nvPr>
            <p:ph idx="9" type="title"/>
          </p:nvPr>
        </p:nvSpPr>
        <p:spPr>
          <a:xfrm>
            <a:off x="6028553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2081" name="Google Shape;2081;p61"/>
          <p:cNvSpPr txBox="1"/>
          <p:nvPr>
            <p:ph idx="13" type="subTitle"/>
          </p:nvPr>
        </p:nvSpPr>
        <p:spPr>
          <a:xfrm>
            <a:off x="6028552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</a:t>
            </a:r>
            <a:r>
              <a:rPr lang="en"/>
              <a:t>s the farthest planet from the Sun</a:t>
            </a:r>
            <a:endParaRPr/>
          </a:p>
        </p:txBody>
      </p:sp>
      <p:sp>
        <p:nvSpPr>
          <p:cNvPr id="2082" name="Google Shape;2082;p61"/>
          <p:cNvSpPr txBox="1"/>
          <p:nvPr>
            <p:ph idx="14" type="title"/>
          </p:nvPr>
        </p:nvSpPr>
        <p:spPr>
          <a:xfrm>
            <a:off x="1048447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083" name="Google Shape;2083;p61"/>
          <p:cNvSpPr txBox="1"/>
          <p:nvPr>
            <p:ph idx="15" type="subTitle"/>
          </p:nvPr>
        </p:nvSpPr>
        <p:spPr>
          <a:xfrm>
            <a:off x="1048450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the biggest one</a:t>
            </a:r>
            <a:endParaRPr/>
          </a:p>
        </p:txBody>
      </p:sp>
      <p:cxnSp>
        <p:nvCxnSpPr>
          <p:cNvPr id="2084" name="Google Shape;2084;p61"/>
          <p:cNvCxnSpPr/>
          <p:nvPr/>
        </p:nvCxnSpPr>
        <p:spPr>
          <a:xfrm>
            <a:off x="1218450" y="3138821"/>
            <a:ext cx="67071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88" name="Shape 2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9" name="Google Shape;2089;p62"/>
          <p:cNvSpPr txBox="1"/>
          <p:nvPr>
            <p:ph idx="1" type="subTitle"/>
          </p:nvPr>
        </p:nvSpPr>
        <p:spPr>
          <a:xfrm>
            <a:off x="938500" y="1769575"/>
            <a:ext cx="28716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use bullet points to talk about the concepts. It is much more visual than a large text</a:t>
            </a:r>
            <a:endParaRPr/>
          </a:p>
        </p:txBody>
      </p:sp>
      <p:sp>
        <p:nvSpPr>
          <p:cNvPr id="2090" name="Google Shape;2090;p62"/>
          <p:cNvSpPr txBox="1"/>
          <p:nvPr>
            <p:ph idx="2" type="body"/>
          </p:nvPr>
        </p:nvSpPr>
        <p:spPr>
          <a:xfrm>
            <a:off x="4703375" y="909600"/>
            <a:ext cx="3468900" cy="33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91" name="Google Shape;2091;p62"/>
          <p:cNvSpPr txBox="1"/>
          <p:nvPr>
            <p:ph type="title"/>
          </p:nvPr>
        </p:nvSpPr>
        <p:spPr>
          <a:xfrm>
            <a:off x="938500" y="445025"/>
            <a:ext cx="32238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SUMMARY IS GOOD!</a:t>
            </a:r>
            <a:endParaRPr/>
          </a:p>
        </p:txBody>
      </p:sp>
      <p:cxnSp>
        <p:nvCxnSpPr>
          <p:cNvPr id="2092" name="Google Shape;2092;p62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96" name="Shape 2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" name="Google Shape;2097;p63"/>
          <p:cNvSpPr txBox="1"/>
          <p:nvPr>
            <p:ph type="title"/>
          </p:nvPr>
        </p:nvSpPr>
        <p:spPr>
          <a:xfrm>
            <a:off x="938500" y="445025"/>
            <a:ext cx="50436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THEY SAY ABOUT US?</a:t>
            </a:r>
            <a:endParaRPr/>
          </a:p>
        </p:txBody>
      </p:sp>
      <p:sp>
        <p:nvSpPr>
          <p:cNvPr id="2098" name="Google Shape;2098;p63"/>
          <p:cNvSpPr txBox="1"/>
          <p:nvPr>
            <p:ph idx="2" type="title"/>
          </p:nvPr>
        </p:nvSpPr>
        <p:spPr>
          <a:xfrm>
            <a:off x="1338238" y="2359825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—SARA BLACK, 19</a:t>
            </a:r>
            <a:endParaRPr/>
          </a:p>
        </p:txBody>
      </p:sp>
      <p:sp>
        <p:nvSpPr>
          <p:cNvPr id="2099" name="Google Shape;2099;p63"/>
          <p:cNvSpPr txBox="1"/>
          <p:nvPr>
            <p:ph idx="1" type="subTitle"/>
          </p:nvPr>
        </p:nvSpPr>
        <p:spPr>
          <a:xfrm>
            <a:off x="1338238" y="1713051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Mercury is the closest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planet to the Sun”</a:t>
            </a:r>
            <a:endParaRPr/>
          </a:p>
        </p:txBody>
      </p:sp>
      <p:sp>
        <p:nvSpPr>
          <p:cNvPr id="2100" name="Google Shape;2100;p63"/>
          <p:cNvSpPr txBox="1"/>
          <p:nvPr>
            <p:ph idx="3" type="title"/>
          </p:nvPr>
        </p:nvSpPr>
        <p:spPr>
          <a:xfrm>
            <a:off x="1338238" y="3988950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—JOHN DOE, 31</a:t>
            </a:r>
            <a:endParaRPr/>
          </a:p>
        </p:txBody>
      </p:sp>
      <p:sp>
        <p:nvSpPr>
          <p:cNvPr id="2101" name="Google Shape;2101;p63"/>
          <p:cNvSpPr txBox="1"/>
          <p:nvPr>
            <p:ph idx="4" type="subTitle"/>
          </p:nvPr>
        </p:nvSpPr>
        <p:spPr>
          <a:xfrm>
            <a:off x="1338238" y="3342176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Despite being red, Mars is actually a cold place”</a:t>
            </a:r>
            <a:endParaRPr/>
          </a:p>
        </p:txBody>
      </p:sp>
      <p:sp>
        <p:nvSpPr>
          <p:cNvPr id="2102" name="Google Shape;2102;p63"/>
          <p:cNvSpPr txBox="1"/>
          <p:nvPr>
            <p:ph idx="5" type="title"/>
          </p:nvPr>
        </p:nvSpPr>
        <p:spPr>
          <a:xfrm>
            <a:off x="5078163" y="2359825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—HELENA PATTERSON, 22</a:t>
            </a:r>
            <a:endParaRPr/>
          </a:p>
        </p:txBody>
      </p:sp>
      <p:sp>
        <p:nvSpPr>
          <p:cNvPr id="2103" name="Google Shape;2103;p63"/>
          <p:cNvSpPr txBox="1"/>
          <p:nvPr>
            <p:ph idx="6" type="subTitle"/>
          </p:nvPr>
        </p:nvSpPr>
        <p:spPr>
          <a:xfrm>
            <a:off x="5078163" y="1713051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Jupiter is the biggest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planet of them all”</a:t>
            </a:r>
            <a:endParaRPr/>
          </a:p>
        </p:txBody>
      </p:sp>
      <p:sp>
        <p:nvSpPr>
          <p:cNvPr id="2104" name="Google Shape;2104;p63"/>
          <p:cNvSpPr txBox="1"/>
          <p:nvPr>
            <p:ph idx="7" type="title"/>
          </p:nvPr>
        </p:nvSpPr>
        <p:spPr>
          <a:xfrm>
            <a:off x="5078163" y="3988950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—WILL </a:t>
            </a:r>
            <a:r>
              <a:rPr lang="en"/>
              <a:t>WHITMAN</a:t>
            </a:r>
            <a:endParaRPr/>
          </a:p>
        </p:txBody>
      </p:sp>
      <p:sp>
        <p:nvSpPr>
          <p:cNvPr id="2105" name="Google Shape;2105;p63"/>
          <p:cNvSpPr txBox="1"/>
          <p:nvPr>
            <p:ph idx="8" type="subTitle"/>
          </p:nvPr>
        </p:nvSpPr>
        <p:spPr>
          <a:xfrm>
            <a:off x="5078163" y="3342176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Venus has a beautiful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name, but it’s hot”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06" name="Google Shape;2106;p63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107" name="Google Shape;2107;p63"/>
          <p:cNvCxnSpPr/>
          <p:nvPr/>
        </p:nvCxnSpPr>
        <p:spPr>
          <a:xfrm>
            <a:off x="1348500" y="3048622"/>
            <a:ext cx="6447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108" name="Google Shape;2108;p63"/>
          <p:cNvCxnSpPr/>
          <p:nvPr/>
        </p:nvCxnSpPr>
        <p:spPr>
          <a:xfrm>
            <a:off x="4572000" y="1566172"/>
            <a:ext cx="0" cy="29649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12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3" name="Google Shape;2113;p64"/>
          <p:cNvSpPr txBox="1"/>
          <p:nvPr>
            <p:ph idx="1" type="subTitle"/>
          </p:nvPr>
        </p:nvSpPr>
        <p:spPr>
          <a:xfrm>
            <a:off x="581705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sp>
        <p:nvSpPr>
          <p:cNvPr id="2114" name="Google Shape;2114;p64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cxnSp>
        <p:nvCxnSpPr>
          <p:cNvPr id="2115" name="Google Shape;2115;p64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pic>
        <p:nvPicPr>
          <p:cNvPr id="2116" name="Google Shape;2116;p64"/>
          <p:cNvPicPr preferRelativeResize="0"/>
          <p:nvPr/>
        </p:nvPicPr>
        <p:blipFill rotWithShape="1">
          <a:blip r:embed="rId4">
            <a:alphaModFix/>
          </a:blip>
          <a:srcRect b="15832" l="0" r="0" t="0"/>
          <a:stretch/>
        </p:blipFill>
        <p:spPr>
          <a:xfrm>
            <a:off x="1221395" y="1688835"/>
            <a:ext cx="3320651" cy="201253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17" name="Google Shape;2117;p64"/>
          <p:cNvGrpSpPr/>
          <p:nvPr/>
        </p:nvGrpSpPr>
        <p:grpSpPr>
          <a:xfrm>
            <a:off x="1092354" y="1558185"/>
            <a:ext cx="3576272" cy="2727969"/>
            <a:chOff x="238125" y="1973675"/>
            <a:chExt cx="2558775" cy="1951825"/>
          </a:xfrm>
        </p:grpSpPr>
        <p:sp>
          <p:nvSpPr>
            <p:cNvPr id="2118" name="Google Shape;2118;p64"/>
            <p:cNvSpPr/>
            <p:nvPr/>
          </p:nvSpPr>
          <p:spPr>
            <a:xfrm>
              <a:off x="325550" y="2055000"/>
              <a:ext cx="2386075" cy="1459975"/>
            </a:xfrm>
            <a:custGeom>
              <a:rect b="b" l="l" r="r" t="t"/>
              <a:pathLst>
                <a:path extrusionOk="0" h="58399" w="95443">
                  <a:moveTo>
                    <a:pt x="94925" y="516"/>
                  </a:moveTo>
                  <a:lnTo>
                    <a:pt x="94925" y="57881"/>
                  </a:lnTo>
                  <a:lnTo>
                    <a:pt x="518" y="57881"/>
                  </a:lnTo>
                  <a:lnTo>
                    <a:pt x="518" y="516"/>
                  </a:lnTo>
                  <a:close/>
                  <a:moveTo>
                    <a:pt x="260" y="0"/>
                  </a:moveTo>
                  <a:cubicBezTo>
                    <a:pt x="118" y="0"/>
                    <a:pt x="1" y="115"/>
                    <a:pt x="1" y="259"/>
                  </a:cubicBezTo>
                  <a:lnTo>
                    <a:pt x="1" y="58140"/>
                  </a:lnTo>
                  <a:cubicBezTo>
                    <a:pt x="1" y="58282"/>
                    <a:pt x="118" y="58399"/>
                    <a:pt x="260" y="58399"/>
                  </a:cubicBezTo>
                  <a:lnTo>
                    <a:pt x="95184" y="58399"/>
                  </a:lnTo>
                  <a:cubicBezTo>
                    <a:pt x="95326" y="58399"/>
                    <a:pt x="95441" y="58282"/>
                    <a:pt x="95441" y="58140"/>
                  </a:cubicBezTo>
                  <a:lnTo>
                    <a:pt x="95441" y="259"/>
                  </a:lnTo>
                  <a:cubicBezTo>
                    <a:pt x="95442" y="115"/>
                    <a:pt x="95326" y="0"/>
                    <a:pt x="95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4"/>
            <p:cNvSpPr/>
            <p:nvPr/>
          </p:nvSpPr>
          <p:spPr>
            <a:xfrm>
              <a:off x="1075325" y="3589700"/>
              <a:ext cx="884075" cy="335800"/>
            </a:xfrm>
            <a:custGeom>
              <a:rect b="b" l="l" r="r" t="t"/>
              <a:pathLst>
                <a:path extrusionOk="0" h="13432" w="35363">
                  <a:moveTo>
                    <a:pt x="28176" y="0"/>
                  </a:moveTo>
                  <a:cubicBezTo>
                    <a:pt x="28078" y="0"/>
                    <a:pt x="27996" y="34"/>
                    <a:pt x="27932" y="102"/>
                  </a:cubicBezTo>
                  <a:cubicBezTo>
                    <a:pt x="27790" y="253"/>
                    <a:pt x="27790" y="509"/>
                    <a:pt x="27932" y="1118"/>
                  </a:cubicBezTo>
                  <a:cubicBezTo>
                    <a:pt x="27985" y="1344"/>
                    <a:pt x="28047" y="1651"/>
                    <a:pt x="28119" y="2009"/>
                  </a:cubicBezTo>
                  <a:cubicBezTo>
                    <a:pt x="28420" y="3516"/>
                    <a:pt x="28876" y="5791"/>
                    <a:pt x="29651" y="7179"/>
                  </a:cubicBezTo>
                  <a:cubicBezTo>
                    <a:pt x="30394" y="8514"/>
                    <a:pt x="31835" y="9775"/>
                    <a:pt x="32886" y="10698"/>
                  </a:cubicBezTo>
                  <a:cubicBezTo>
                    <a:pt x="33194" y="10968"/>
                    <a:pt x="33463" y="11203"/>
                    <a:pt x="33660" y="11396"/>
                  </a:cubicBezTo>
                  <a:cubicBezTo>
                    <a:pt x="34197" y="11917"/>
                    <a:pt x="34530" y="12027"/>
                    <a:pt x="34711" y="12085"/>
                  </a:cubicBezTo>
                  <a:cubicBezTo>
                    <a:pt x="34724" y="12089"/>
                    <a:pt x="34738" y="12094"/>
                    <a:pt x="34750" y="12098"/>
                  </a:cubicBezTo>
                  <a:cubicBezTo>
                    <a:pt x="34781" y="12255"/>
                    <a:pt x="34798" y="12433"/>
                    <a:pt x="34708" y="12569"/>
                  </a:cubicBezTo>
                  <a:cubicBezTo>
                    <a:pt x="34621" y="12698"/>
                    <a:pt x="34443" y="12789"/>
                    <a:pt x="34176" y="12841"/>
                  </a:cubicBezTo>
                  <a:cubicBezTo>
                    <a:pt x="33894" y="12897"/>
                    <a:pt x="33576" y="12915"/>
                    <a:pt x="33188" y="12915"/>
                  </a:cubicBezTo>
                  <a:cubicBezTo>
                    <a:pt x="32866" y="12915"/>
                    <a:pt x="32496" y="12902"/>
                    <a:pt x="32057" y="12888"/>
                  </a:cubicBezTo>
                  <a:cubicBezTo>
                    <a:pt x="31412" y="12865"/>
                    <a:pt x="30607" y="12837"/>
                    <a:pt x="29586" y="12837"/>
                  </a:cubicBezTo>
                  <a:lnTo>
                    <a:pt x="8800" y="12837"/>
                  </a:lnTo>
                  <a:cubicBezTo>
                    <a:pt x="7800" y="12837"/>
                    <a:pt x="6833" y="12841"/>
                    <a:pt x="5939" y="12847"/>
                  </a:cubicBezTo>
                  <a:cubicBezTo>
                    <a:pt x="5199" y="12851"/>
                    <a:pt x="4507" y="12855"/>
                    <a:pt x="3887" y="12855"/>
                  </a:cubicBezTo>
                  <a:cubicBezTo>
                    <a:pt x="3179" y="12855"/>
                    <a:pt x="2567" y="12850"/>
                    <a:pt x="2090" y="12837"/>
                  </a:cubicBezTo>
                  <a:lnTo>
                    <a:pt x="1783" y="12828"/>
                  </a:lnTo>
                  <a:cubicBezTo>
                    <a:pt x="706" y="12798"/>
                    <a:pt x="700" y="12793"/>
                    <a:pt x="570" y="12668"/>
                  </a:cubicBezTo>
                  <a:cubicBezTo>
                    <a:pt x="526" y="12627"/>
                    <a:pt x="520" y="12598"/>
                    <a:pt x="520" y="12571"/>
                  </a:cubicBezTo>
                  <a:cubicBezTo>
                    <a:pt x="520" y="12511"/>
                    <a:pt x="556" y="12333"/>
                    <a:pt x="912" y="11971"/>
                  </a:cubicBezTo>
                  <a:cubicBezTo>
                    <a:pt x="1108" y="11772"/>
                    <a:pt x="1452" y="11550"/>
                    <a:pt x="1848" y="11293"/>
                  </a:cubicBezTo>
                  <a:cubicBezTo>
                    <a:pt x="2410" y="10928"/>
                    <a:pt x="3111" y="10473"/>
                    <a:pt x="3670" y="9890"/>
                  </a:cubicBezTo>
                  <a:lnTo>
                    <a:pt x="4006" y="9544"/>
                  </a:lnTo>
                  <a:cubicBezTo>
                    <a:pt x="4870" y="8657"/>
                    <a:pt x="5947" y="7555"/>
                    <a:pt x="6528" y="6084"/>
                  </a:cubicBezTo>
                  <a:cubicBezTo>
                    <a:pt x="7009" y="4866"/>
                    <a:pt x="7250" y="2705"/>
                    <a:pt x="7410" y="1274"/>
                  </a:cubicBezTo>
                  <a:cubicBezTo>
                    <a:pt x="7465" y="775"/>
                    <a:pt x="7515" y="343"/>
                    <a:pt x="7558" y="87"/>
                  </a:cubicBezTo>
                  <a:lnTo>
                    <a:pt x="7048" y="0"/>
                  </a:lnTo>
                  <a:cubicBezTo>
                    <a:pt x="7002" y="269"/>
                    <a:pt x="6956" y="688"/>
                    <a:pt x="6896" y="1217"/>
                  </a:cubicBezTo>
                  <a:cubicBezTo>
                    <a:pt x="6739" y="2621"/>
                    <a:pt x="6503" y="4741"/>
                    <a:pt x="6047" y="5895"/>
                  </a:cubicBezTo>
                  <a:cubicBezTo>
                    <a:pt x="5506" y="7268"/>
                    <a:pt x="4512" y="8286"/>
                    <a:pt x="3637" y="9183"/>
                  </a:cubicBezTo>
                  <a:lnTo>
                    <a:pt x="3298" y="9533"/>
                  </a:lnTo>
                  <a:cubicBezTo>
                    <a:pt x="2779" y="10073"/>
                    <a:pt x="2136" y="10490"/>
                    <a:pt x="1568" y="10859"/>
                  </a:cubicBezTo>
                  <a:cubicBezTo>
                    <a:pt x="1145" y="11133"/>
                    <a:pt x="780" y="11369"/>
                    <a:pt x="546" y="11608"/>
                  </a:cubicBezTo>
                  <a:cubicBezTo>
                    <a:pt x="172" y="11988"/>
                    <a:pt x="0" y="12296"/>
                    <a:pt x="5" y="12578"/>
                  </a:cubicBezTo>
                  <a:cubicBezTo>
                    <a:pt x="6" y="12752"/>
                    <a:pt x="78" y="12911"/>
                    <a:pt x="211" y="13040"/>
                  </a:cubicBezTo>
                  <a:cubicBezTo>
                    <a:pt x="492" y="13309"/>
                    <a:pt x="611" y="13312"/>
                    <a:pt x="1770" y="13345"/>
                  </a:cubicBezTo>
                  <a:lnTo>
                    <a:pt x="2075" y="13354"/>
                  </a:lnTo>
                  <a:cubicBezTo>
                    <a:pt x="2547" y="13367"/>
                    <a:pt x="3149" y="13372"/>
                    <a:pt x="3843" y="13372"/>
                  </a:cubicBezTo>
                  <a:cubicBezTo>
                    <a:pt x="4476" y="13372"/>
                    <a:pt x="5185" y="13368"/>
                    <a:pt x="5944" y="13364"/>
                  </a:cubicBezTo>
                  <a:cubicBezTo>
                    <a:pt x="6836" y="13358"/>
                    <a:pt x="7802" y="13354"/>
                    <a:pt x="8802" y="13354"/>
                  </a:cubicBezTo>
                  <a:lnTo>
                    <a:pt x="29586" y="13354"/>
                  </a:lnTo>
                  <a:cubicBezTo>
                    <a:pt x="30598" y="13354"/>
                    <a:pt x="31397" y="13381"/>
                    <a:pt x="32040" y="13403"/>
                  </a:cubicBezTo>
                  <a:cubicBezTo>
                    <a:pt x="32484" y="13420"/>
                    <a:pt x="32860" y="13432"/>
                    <a:pt x="33192" y="13432"/>
                  </a:cubicBezTo>
                  <a:cubicBezTo>
                    <a:pt x="33609" y="13432"/>
                    <a:pt x="33956" y="13412"/>
                    <a:pt x="34274" y="13348"/>
                  </a:cubicBezTo>
                  <a:cubicBezTo>
                    <a:pt x="34682" y="13269"/>
                    <a:pt x="34972" y="13103"/>
                    <a:pt x="35137" y="12856"/>
                  </a:cubicBezTo>
                  <a:cubicBezTo>
                    <a:pt x="35363" y="12517"/>
                    <a:pt x="35282" y="12127"/>
                    <a:pt x="35252" y="11980"/>
                  </a:cubicBezTo>
                  <a:cubicBezTo>
                    <a:pt x="35195" y="11701"/>
                    <a:pt x="35007" y="11639"/>
                    <a:pt x="34871" y="11593"/>
                  </a:cubicBezTo>
                  <a:cubicBezTo>
                    <a:pt x="34721" y="11545"/>
                    <a:pt x="34470" y="11463"/>
                    <a:pt x="34019" y="11025"/>
                  </a:cubicBezTo>
                  <a:cubicBezTo>
                    <a:pt x="33815" y="10828"/>
                    <a:pt x="33540" y="10585"/>
                    <a:pt x="33225" y="10309"/>
                  </a:cubicBezTo>
                  <a:cubicBezTo>
                    <a:pt x="32202" y="9412"/>
                    <a:pt x="30800" y="8183"/>
                    <a:pt x="30101" y="6928"/>
                  </a:cubicBezTo>
                  <a:cubicBezTo>
                    <a:pt x="29367" y="5611"/>
                    <a:pt x="28902" y="3294"/>
                    <a:pt x="28625" y="1909"/>
                  </a:cubicBezTo>
                  <a:cubicBezTo>
                    <a:pt x="28552" y="1542"/>
                    <a:pt x="28489" y="1231"/>
                    <a:pt x="28435" y="1000"/>
                  </a:cubicBezTo>
                  <a:cubicBezTo>
                    <a:pt x="28376" y="749"/>
                    <a:pt x="28353" y="598"/>
                    <a:pt x="28346" y="510"/>
                  </a:cubicBezTo>
                  <a:cubicBezTo>
                    <a:pt x="28373" y="500"/>
                    <a:pt x="28400" y="486"/>
                    <a:pt x="28422" y="468"/>
                  </a:cubicBezTo>
                  <a:lnTo>
                    <a:pt x="28537" y="268"/>
                  </a:lnTo>
                  <a:lnTo>
                    <a:pt x="28247" y="234"/>
                  </a:lnTo>
                  <a:lnTo>
                    <a:pt x="28111" y="56"/>
                  </a:lnTo>
                  <a:cubicBezTo>
                    <a:pt x="28153" y="24"/>
                    <a:pt x="28202" y="8"/>
                    <a:pt x="28254" y="8"/>
                  </a:cubicBezTo>
                  <a:cubicBezTo>
                    <a:pt x="28256" y="8"/>
                    <a:pt x="28258" y="8"/>
                    <a:pt x="28261" y="8"/>
                  </a:cubicBezTo>
                  <a:cubicBezTo>
                    <a:pt x="28231" y="3"/>
                    <a:pt x="28203" y="0"/>
                    <a:pt x="28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4"/>
            <p:cNvSpPr/>
            <p:nvPr/>
          </p:nvSpPr>
          <p:spPr>
            <a:xfrm>
              <a:off x="238125" y="1973675"/>
              <a:ext cx="2558775" cy="1623600"/>
            </a:xfrm>
            <a:custGeom>
              <a:rect b="b" l="l" r="r" t="t"/>
              <a:pathLst>
                <a:path extrusionOk="0" h="64944" w="102351">
                  <a:moveTo>
                    <a:pt x="99608" y="516"/>
                  </a:moveTo>
                  <a:cubicBezTo>
                    <a:pt x="100838" y="516"/>
                    <a:pt x="101835" y="1513"/>
                    <a:pt x="101835" y="2744"/>
                  </a:cubicBezTo>
                  <a:lnTo>
                    <a:pt x="101835" y="62200"/>
                  </a:lnTo>
                  <a:cubicBezTo>
                    <a:pt x="101833" y="63429"/>
                    <a:pt x="100836" y="64425"/>
                    <a:pt x="99608" y="64426"/>
                  </a:cubicBezTo>
                  <a:lnTo>
                    <a:pt x="2743" y="64426"/>
                  </a:lnTo>
                  <a:cubicBezTo>
                    <a:pt x="1514" y="64425"/>
                    <a:pt x="519" y="63429"/>
                    <a:pt x="517" y="62200"/>
                  </a:cubicBezTo>
                  <a:lnTo>
                    <a:pt x="517" y="2744"/>
                  </a:lnTo>
                  <a:cubicBezTo>
                    <a:pt x="519" y="1515"/>
                    <a:pt x="1514" y="518"/>
                    <a:pt x="2743" y="516"/>
                  </a:cubicBezTo>
                  <a:close/>
                  <a:moveTo>
                    <a:pt x="2743" y="1"/>
                  </a:moveTo>
                  <a:cubicBezTo>
                    <a:pt x="1230" y="1"/>
                    <a:pt x="0" y="1229"/>
                    <a:pt x="0" y="2744"/>
                  </a:cubicBezTo>
                  <a:lnTo>
                    <a:pt x="0" y="62200"/>
                  </a:lnTo>
                  <a:cubicBezTo>
                    <a:pt x="0" y="63713"/>
                    <a:pt x="1230" y="64943"/>
                    <a:pt x="2743" y="64943"/>
                  </a:cubicBezTo>
                  <a:lnTo>
                    <a:pt x="99608" y="64943"/>
                  </a:lnTo>
                  <a:cubicBezTo>
                    <a:pt x="101120" y="64943"/>
                    <a:pt x="102351" y="63713"/>
                    <a:pt x="102351" y="62200"/>
                  </a:cubicBezTo>
                  <a:lnTo>
                    <a:pt x="102351" y="2744"/>
                  </a:lnTo>
                  <a:cubicBezTo>
                    <a:pt x="102351" y="1228"/>
                    <a:pt x="101123" y="1"/>
                    <a:pt x="99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4"/>
            <p:cNvSpPr/>
            <p:nvPr/>
          </p:nvSpPr>
          <p:spPr>
            <a:xfrm>
              <a:off x="255425" y="1991200"/>
              <a:ext cx="2524175" cy="1588500"/>
            </a:xfrm>
            <a:custGeom>
              <a:rect b="b" l="l" r="r" t="t"/>
              <a:pathLst>
                <a:path extrusionOk="0" h="63540" w="100967">
                  <a:moveTo>
                    <a:pt x="98640" y="518"/>
                  </a:moveTo>
                  <a:cubicBezTo>
                    <a:pt x="99639" y="518"/>
                    <a:pt x="100449" y="1328"/>
                    <a:pt x="100449" y="2328"/>
                  </a:cubicBezTo>
                  <a:lnTo>
                    <a:pt x="100449" y="61214"/>
                  </a:lnTo>
                  <a:cubicBezTo>
                    <a:pt x="100448" y="62212"/>
                    <a:pt x="99639" y="63022"/>
                    <a:pt x="98640" y="63024"/>
                  </a:cubicBezTo>
                  <a:lnTo>
                    <a:pt x="2328" y="63024"/>
                  </a:lnTo>
                  <a:cubicBezTo>
                    <a:pt x="1328" y="63022"/>
                    <a:pt x="519" y="62212"/>
                    <a:pt x="517" y="61214"/>
                  </a:cubicBezTo>
                  <a:lnTo>
                    <a:pt x="517" y="2328"/>
                  </a:lnTo>
                  <a:cubicBezTo>
                    <a:pt x="519" y="1328"/>
                    <a:pt x="1328" y="519"/>
                    <a:pt x="2328" y="518"/>
                  </a:cubicBezTo>
                  <a:close/>
                  <a:moveTo>
                    <a:pt x="2328" y="1"/>
                  </a:moveTo>
                  <a:cubicBezTo>
                    <a:pt x="1042" y="2"/>
                    <a:pt x="2" y="1043"/>
                    <a:pt x="0" y="2328"/>
                  </a:cubicBezTo>
                  <a:lnTo>
                    <a:pt x="0" y="61214"/>
                  </a:lnTo>
                  <a:cubicBezTo>
                    <a:pt x="2" y="62498"/>
                    <a:pt x="1042" y="63538"/>
                    <a:pt x="2328" y="63540"/>
                  </a:cubicBezTo>
                  <a:lnTo>
                    <a:pt x="98640" y="63540"/>
                  </a:lnTo>
                  <a:cubicBezTo>
                    <a:pt x="99925" y="63538"/>
                    <a:pt x="100965" y="62498"/>
                    <a:pt x="100967" y="61214"/>
                  </a:cubicBezTo>
                  <a:lnTo>
                    <a:pt x="100967" y="2328"/>
                  </a:lnTo>
                  <a:cubicBezTo>
                    <a:pt x="100967" y="1043"/>
                    <a:pt x="99925" y="1"/>
                    <a:pt x="986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4"/>
            <p:cNvSpPr/>
            <p:nvPr/>
          </p:nvSpPr>
          <p:spPr>
            <a:xfrm>
              <a:off x="1091150" y="3888075"/>
              <a:ext cx="856825" cy="25"/>
            </a:xfrm>
            <a:custGeom>
              <a:rect b="b" l="l" r="r" t="t"/>
              <a:pathLst>
                <a:path extrusionOk="0" h="1" w="34273">
                  <a:moveTo>
                    <a:pt x="1" y="0"/>
                  </a:moveTo>
                  <a:lnTo>
                    <a:pt x="3427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4"/>
            <p:cNvSpPr/>
            <p:nvPr/>
          </p:nvSpPr>
          <p:spPr>
            <a:xfrm>
              <a:off x="1091125" y="3881600"/>
              <a:ext cx="856850" cy="12925"/>
            </a:xfrm>
            <a:custGeom>
              <a:rect b="b" l="l" r="r" t="t"/>
              <a:pathLst>
                <a:path extrusionOk="0" h="517" w="34274">
                  <a:moveTo>
                    <a:pt x="0" y="1"/>
                  </a:moveTo>
                  <a:lnTo>
                    <a:pt x="0" y="516"/>
                  </a:lnTo>
                  <a:lnTo>
                    <a:pt x="34273" y="516"/>
                  </a:lnTo>
                  <a:lnTo>
                    <a:pt x="342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27" name="Shape 2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28" name="Google Shape;2128;p65"/>
          <p:cNvPicPr preferRelativeResize="0"/>
          <p:nvPr/>
        </p:nvPicPr>
        <p:blipFill rotWithShape="1">
          <a:blip r:embed="rId3">
            <a:alphaModFix/>
          </a:blip>
          <a:srcRect b="2827" l="0" r="0" t="0"/>
          <a:stretch/>
        </p:blipFill>
        <p:spPr>
          <a:xfrm rot="-12">
            <a:off x="5043100" y="1323778"/>
            <a:ext cx="1972350" cy="2598342"/>
          </a:xfrm>
          <a:prstGeom prst="rect">
            <a:avLst/>
          </a:prstGeom>
          <a:noFill/>
          <a:ln>
            <a:noFill/>
          </a:ln>
        </p:spPr>
      </p:pic>
      <p:sp>
        <p:nvSpPr>
          <p:cNvPr id="2129" name="Google Shape;2129;p65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sp>
        <p:nvSpPr>
          <p:cNvPr id="2130" name="Google Shape;2130;p65"/>
          <p:cNvSpPr txBox="1"/>
          <p:nvPr>
            <p:ph idx="1" type="subTitle"/>
          </p:nvPr>
        </p:nvSpPr>
        <p:spPr>
          <a:xfrm>
            <a:off x="93850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31" name="Google Shape;2131;p65"/>
          <p:cNvGrpSpPr/>
          <p:nvPr/>
        </p:nvGrpSpPr>
        <p:grpSpPr>
          <a:xfrm>
            <a:off x="4861696" y="1020996"/>
            <a:ext cx="2335101" cy="3203872"/>
            <a:chOff x="3779900" y="1733725"/>
            <a:chExt cx="1636950" cy="2245975"/>
          </a:xfrm>
        </p:grpSpPr>
        <p:sp>
          <p:nvSpPr>
            <p:cNvPr id="2132" name="Google Shape;2132;p65"/>
            <p:cNvSpPr/>
            <p:nvPr/>
          </p:nvSpPr>
          <p:spPr>
            <a:xfrm>
              <a:off x="3779900" y="1733725"/>
              <a:ext cx="1636950" cy="2245975"/>
            </a:xfrm>
            <a:custGeom>
              <a:rect b="b" l="l" r="r" t="t"/>
              <a:pathLst>
                <a:path extrusionOk="0" h="89839" w="65478">
                  <a:moveTo>
                    <a:pt x="62073" y="519"/>
                  </a:moveTo>
                  <a:cubicBezTo>
                    <a:pt x="63667" y="519"/>
                    <a:pt x="64960" y="1813"/>
                    <a:pt x="64960" y="3407"/>
                  </a:cubicBezTo>
                  <a:lnTo>
                    <a:pt x="64960" y="86431"/>
                  </a:lnTo>
                  <a:cubicBezTo>
                    <a:pt x="64960" y="88023"/>
                    <a:pt x="63664" y="89320"/>
                    <a:pt x="62071" y="89320"/>
                  </a:cubicBezTo>
                  <a:lnTo>
                    <a:pt x="3407" y="89320"/>
                  </a:lnTo>
                  <a:cubicBezTo>
                    <a:pt x="1814" y="89320"/>
                    <a:pt x="518" y="88023"/>
                    <a:pt x="518" y="86431"/>
                  </a:cubicBezTo>
                  <a:lnTo>
                    <a:pt x="518" y="3407"/>
                  </a:lnTo>
                  <a:cubicBezTo>
                    <a:pt x="518" y="1815"/>
                    <a:pt x="1814" y="519"/>
                    <a:pt x="3407" y="519"/>
                  </a:cubicBezTo>
                  <a:lnTo>
                    <a:pt x="62071" y="519"/>
                  </a:lnTo>
                  <a:cubicBezTo>
                    <a:pt x="62071" y="519"/>
                    <a:pt x="62072" y="519"/>
                    <a:pt x="62073" y="519"/>
                  </a:cubicBezTo>
                  <a:close/>
                  <a:moveTo>
                    <a:pt x="3407" y="0"/>
                  </a:moveTo>
                  <a:cubicBezTo>
                    <a:pt x="1528" y="0"/>
                    <a:pt x="1" y="1528"/>
                    <a:pt x="1" y="3407"/>
                  </a:cubicBezTo>
                  <a:lnTo>
                    <a:pt x="1" y="86431"/>
                  </a:lnTo>
                  <a:cubicBezTo>
                    <a:pt x="1" y="88309"/>
                    <a:pt x="1528" y="89838"/>
                    <a:pt x="3407" y="89838"/>
                  </a:cubicBezTo>
                  <a:lnTo>
                    <a:pt x="62071" y="89838"/>
                  </a:lnTo>
                  <a:cubicBezTo>
                    <a:pt x="63950" y="89838"/>
                    <a:pt x="65477" y="88309"/>
                    <a:pt x="65477" y="86431"/>
                  </a:cubicBezTo>
                  <a:lnTo>
                    <a:pt x="65477" y="3407"/>
                  </a:lnTo>
                  <a:cubicBezTo>
                    <a:pt x="65477" y="1525"/>
                    <a:pt x="63953" y="0"/>
                    <a:pt x="62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5"/>
            <p:cNvSpPr/>
            <p:nvPr/>
          </p:nvSpPr>
          <p:spPr>
            <a:xfrm>
              <a:off x="4579775" y="1823025"/>
              <a:ext cx="38700" cy="38650"/>
            </a:xfrm>
            <a:custGeom>
              <a:rect b="b" l="l" r="r" t="t"/>
              <a:pathLst>
                <a:path extrusionOk="0" h="1546" w="1548">
                  <a:moveTo>
                    <a:pt x="0" y="803"/>
                  </a:moveTo>
                  <a:lnTo>
                    <a:pt x="0" y="803"/>
                  </a:lnTo>
                  <a:cubicBezTo>
                    <a:pt x="0" y="501"/>
                    <a:pt x="181" y="230"/>
                    <a:pt x="459" y="115"/>
                  </a:cubicBezTo>
                  <a:cubicBezTo>
                    <a:pt x="737" y="0"/>
                    <a:pt x="1057" y="63"/>
                    <a:pt x="1271" y="277"/>
                  </a:cubicBezTo>
                  <a:cubicBezTo>
                    <a:pt x="1483" y="489"/>
                    <a:pt x="1547" y="809"/>
                    <a:pt x="1432" y="1087"/>
                  </a:cubicBezTo>
                  <a:cubicBezTo>
                    <a:pt x="1317" y="1365"/>
                    <a:pt x="1045" y="1546"/>
                    <a:pt x="745" y="1546"/>
                  </a:cubicBezTo>
                  <a:cubicBezTo>
                    <a:pt x="334" y="1546"/>
                    <a:pt x="0" y="1214"/>
                    <a:pt x="0" y="8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5"/>
            <p:cNvSpPr/>
            <p:nvPr/>
          </p:nvSpPr>
          <p:spPr>
            <a:xfrm>
              <a:off x="3902182" y="1945972"/>
              <a:ext cx="1392400" cy="1821397"/>
            </a:xfrm>
            <a:custGeom>
              <a:rect b="b" l="l" r="r" t="t"/>
              <a:pathLst>
                <a:path extrusionOk="0" h="79381" w="55696">
                  <a:moveTo>
                    <a:pt x="55437" y="260"/>
                  </a:moveTo>
                  <a:lnTo>
                    <a:pt x="55437" y="79122"/>
                  </a:lnTo>
                  <a:lnTo>
                    <a:pt x="259" y="79122"/>
                  </a:lnTo>
                  <a:lnTo>
                    <a:pt x="259" y="260"/>
                  </a:lnTo>
                  <a:close/>
                  <a:moveTo>
                    <a:pt x="129" y="0"/>
                  </a:moveTo>
                  <a:cubicBezTo>
                    <a:pt x="59" y="0"/>
                    <a:pt x="1" y="59"/>
                    <a:pt x="1" y="130"/>
                  </a:cubicBezTo>
                  <a:lnTo>
                    <a:pt x="1" y="79252"/>
                  </a:lnTo>
                  <a:cubicBezTo>
                    <a:pt x="1" y="79322"/>
                    <a:pt x="59" y="79380"/>
                    <a:pt x="129" y="79380"/>
                  </a:cubicBezTo>
                  <a:lnTo>
                    <a:pt x="55567" y="79380"/>
                  </a:lnTo>
                  <a:cubicBezTo>
                    <a:pt x="55637" y="79380"/>
                    <a:pt x="55695" y="79324"/>
                    <a:pt x="55695" y="79252"/>
                  </a:cubicBezTo>
                  <a:lnTo>
                    <a:pt x="55695" y="130"/>
                  </a:lnTo>
                  <a:cubicBezTo>
                    <a:pt x="55695" y="59"/>
                    <a:pt x="55637" y="0"/>
                    <a:pt x="55567" y="0"/>
                  </a:cubicBez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5"/>
            <p:cNvSpPr/>
            <p:nvPr/>
          </p:nvSpPr>
          <p:spPr>
            <a:xfrm>
              <a:off x="4536425" y="3828600"/>
              <a:ext cx="124775" cy="79200"/>
            </a:xfrm>
            <a:custGeom>
              <a:rect b="b" l="l" r="r" t="t"/>
              <a:pathLst>
                <a:path extrusionOk="0" h="3168" w="4991">
                  <a:moveTo>
                    <a:pt x="3389" y="519"/>
                  </a:moveTo>
                  <a:cubicBezTo>
                    <a:pt x="3977" y="519"/>
                    <a:pt x="4455" y="996"/>
                    <a:pt x="4455" y="1583"/>
                  </a:cubicBezTo>
                  <a:cubicBezTo>
                    <a:pt x="4455" y="2172"/>
                    <a:pt x="3977" y="2649"/>
                    <a:pt x="3389" y="2649"/>
                  </a:cubicBezTo>
                  <a:lnTo>
                    <a:pt x="1567" y="2649"/>
                  </a:lnTo>
                  <a:cubicBezTo>
                    <a:pt x="978" y="2649"/>
                    <a:pt x="501" y="2172"/>
                    <a:pt x="501" y="1583"/>
                  </a:cubicBezTo>
                  <a:cubicBezTo>
                    <a:pt x="501" y="996"/>
                    <a:pt x="978" y="519"/>
                    <a:pt x="1567" y="519"/>
                  </a:cubicBezTo>
                  <a:close/>
                  <a:moveTo>
                    <a:pt x="3406" y="0"/>
                  </a:moveTo>
                  <a:cubicBezTo>
                    <a:pt x="3400" y="0"/>
                    <a:pt x="3395" y="0"/>
                    <a:pt x="3389" y="0"/>
                  </a:cubicBezTo>
                  <a:lnTo>
                    <a:pt x="1567" y="0"/>
                  </a:lnTo>
                  <a:cubicBezTo>
                    <a:pt x="700" y="11"/>
                    <a:pt x="0" y="716"/>
                    <a:pt x="0" y="1585"/>
                  </a:cubicBezTo>
                  <a:cubicBezTo>
                    <a:pt x="0" y="2452"/>
                    <a:pt x="700" y="3159"/>
                    <a:pt x="1567" y="3168"/>
                  </a:cubicBezTo>
                  <a:lnTo>
                    <a:pt x="3389" y="3168"/>
                  </a:lnTo>
                  <a:cubicBezTo>
                    <a:pt x="3396" y="3168"/>
                    <a:pt x="3402" y="3168"/>
                    <a:pt x="3408" y="3168"/>
                  </a:cubicBezTo>
                  <a:cubicBezTo>
                    <a:pt x="4280" y="3168"/>
                    <a:pt x="4990" y="2459"/>
                    <a:pt x="4990" y="1585"/>
                  </a:cubicBezTo>
                  <a:cubicBezTo>
                    <a:pt x="4990" y="708"/>
                    <a:pt x="4279" y="0"/>
                    <a:pt x="34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136" name="Google Shape;2136;p65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40" name="Shape 2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1" name="Google Shape;2141;p66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/>
          </a:p>
        </p:txBody>
      </p:sp>
      <p:sp>
        <p:nvSpPr>
          <p:cNvPr id="2142" name="Google Shape;2142;p66"/>
          <p:cNvSpPr txBox="1"/>
          <p:nvPr>
            <p:ph idx="1" type="subTitle"/>
          </p:nvPr>
        </p:nvSpPr>
        <p:spPr>
          <a:xfrm>
            <a:off x="581705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pic>
        <p:nvPicPr>
          <p:cNvPr id="2143" name="Google Shape;2143;p66"/>
          <p:cNvPicPr preferRelativeResize="0"/>
          <p:nvPr/>
        </p:nvPicPr>
        <p:blipFill rotWithShape="1">
          <a:blip r:embed="rId3">
            <a:alphaModFix/>
          </a:blip>
          <a:srcRect b="5331" l="0" r="0" t="639"/>
          <a:stretch/>
        </p:blipFill>
        <p:spPr>
          <a:xfrm>
            <a:off x="2848108" y="2017805"/>
            <a:ext cx="2115135" cy="3763460"/>
          </a:xfrm>
          <a:prstGeom prst="rect">
            <a:avLst/>
          </a:prstGeom>
          <a:noFill/>
          <a:ln>
            <a:noFill/>
          </a:ln>
        </p:spPr>
      </p:pic>
      <p:sp>
        <p:nvSpPr>
          <p:cNvPr id="2144" name="Google Shape;2144;p66"/>
          <p:cNvSpPr/>
          <p:nvPr/>
        </p:nvSpPr>
        <p:spPr>
          <a:xfrm>
            <a:off x="2770776" y="1650876"/>
            <a:ext cx="2275841" cy="4512283"/>
          </a:xfrm>
          <a:custGeom>
            <a:rect b="b" l="l" r="r" t="t"/>
            <a:pathLst>
              <a:path extrusionOk="0" h="85981" w="43370">
                <a:moveTo>
                  <a:pt x="25827" y="3794"/>
                </a:moveTo>
                <a:lnTo>
                  <a:pt x="25827" y="4045"/>
                </a:lnTo>
                <a:lnTo>
                  <a:pt x="25845" y="4047"/>
                </a:lnTo>
                <a:cubicBezTo>
                  <a:pt x="25856" y="4066"/>
                  <a:pt x="25857" y="4090"/>
                  <a:pt x="25850" y="4111"/>
                </a:cubicBezTo>
                <a:lnTo>
                  <a:pt x="17205" y="4129"/>
                </a:lnTo>
                <a:lnTo>
                  <a:pt x="17193" y="4382"/>
                </a:lnTo>
                <a:lnTo>
                  <a:pt x="17156" y="4111"/>
                </a:lnTo>
                <a:cubicBezTo>
                  <a:pt x="17147" y="4092"/>
                  <a:pt x="17148" y="4068"/>
                  <a:pt x="17159" y="4048"/>
                </a:cubicBezTo>
                <a:lnTo>
                  <a:pt x="17226" y="4048"/>
                </a:lnTo>
                <a:lnTo>
                  <a:pt x="25807" y="4047"/>
                </a:lnTo>
                <a:lnTo>
                  <a:pt x="25827" y="3794"/>
                </a:lnTo>
                <a:close/>
                <a:moveTo>
                  <a:pt x="17178" y="3543"/>
                </a:moveTo>
                <a:cubicBezTo>
                  <a:pt x="16876" y="3543"/>
                  <a:pt x="16647" y="3775"/>
                  <a:pt x="16647" y="4083"/>
                </a:cubicBezTo>
                <a:cubicBezTo>
                  <a:pt x="16647" y="4395"/>
                  <a:pt x="16881" y="4631"/>
                  <a:pt x="17223" y="4631"/>
                </a:cubicBezTo>
                <a:lnTo>
                  <a:pt x="17227" y="4631"/>
                </a:lnTo>
                <a:lnTo>
                  <a:pt x="25757" y="4630"/>
                </a:lnTo>
                <a:cubicBezTo>
                  <a:pt x="25765" y="4631"/>
                  <a:pt x="25805" y="4633"/>
                  <a:pt x="25812" y="4633"/>
                </a:cubicBezTo>
                <a:cubicBezTo>
                  <a:pt x="26122" y="4633"/>
                  <a:pt x="26357" y="4397"/>
                  <a:pt x="26357" y="4083"/>
                </a:cubicBezTo>
                <a:cubicBezTo>
                  <a:pt x="26357" y="3775"/>
                  <a:pt x="26129" y="3543"/>
                  <a:pt x="25827" y="3543"/>
                </a:cubicBezTo>
                <a:lnTo>
                  <a:pt x="17256" y="3549"/>
                </a:lnTo>
                <a:cubicBezTo>
                  <a:pt x="17245" y="3547"/>
                  <a:pt x="17187" y="3543"/>
                  <a:pt x="17178" y="3543"/>
                </a:cubicBezTo>
                <a:close/>
                <a:moveTo>
                  <a:pt x="41722" y="7196"/>
                </a:moveTo>
                <a:lnTo>
                  <a:pt x="41722" y="78527"/>
                </a:lnTo>
                <a:lnTo>
                  <a:pt x="1739" y="78527"/>
                </a:lnTo>
                <a:lnTo>
                  <a:pt x="1739" y="7196"/>
                </a:lnTo>
                <a:close/>
                <a:moveTo>
                  <a:pt x="1488" y="6694"/>
                </a:moveTo>
                <a:cubicBezTo>
                  <a:pt x="1349" y="6694"/>
                  <a:pt x="1237" y="6806"/>
                  <a:pt x="1237" y="6945"/>
                </a:cubicBezTo>
                <a:lnTo>
                  <a:pt x="1237" y="78778"/>
                </a:lnTo>
                <a:cubicBezTo>
                  <a:pt x="1237" y="78917"/>
                  <a:pt x="1349" y="79029"/>
                  <a:pt x="1488" y="79029"/>
                </a:cubicBezTo>
                <a:lnTo>
                  <a:pt x="41972" y="79029"/>
                </a:lnTo>
                <a:cubicBezTo>
                  <a:pt x="42111" y="79029"/>
                  <a:pt x="42223" y="78917"/>
                  <a:pt x="42223" y="78778"/>
                </a:cubicBezTo>
                <a:lnTo>
                  <a:pt x="42223" y="6945"/>
                </a:lnTo>
                <a:cubicBezTo>
                  <a:pt x="42223" y="6806"/>
                  <a:pt x="42111" y="6694"/>
                  <a:pt x="41972" y="6694"/>
                </a:cubicBezTo>
                <a:close/>
                <a:moveTo>
                  <a:pt x="7894" y="81457"/>
                </a:moveTo>
                <a:cubicBezTo>
                  <a:pt x="7754" y="81457"/>
                  <a:pt x="7642" y="81569"/>
                  <a:pt x="7642" y="81708"/>
                </a:cubicBezTo>
                <a:lnTo>
                  <a:pt x="7642" y="81926"/>
                </a:lnTo>
                <a:cubicBezTo>
                  <a:pt x="7642" y="82065"/>
                  <a:pt x="7754" y="82177"/>
                  <a:pt x="7894" y="82177"/>
                </a:cubicBezTo>
                <a:lnTo>
                  <a:pt x="9495" y="82177"/>
                </a:lnTo>
                <a:cubicBezTo>
                  <a:pt x="9625" y="82177"/>
                  <a:pt x="9734" y="82077"/>
                  <a:pt x="9744" y="81947"/>
                </a:cubicBezTo>
                <a:lnTo>
                  <a:pt x="9764" y="81729"/>
                </a:lnTo>
                <a:cubicBezTo>
                  <a:pt x="9776" y="81582"/>
                  <a:pt x="9660" y="81457"/>
                  <a:pt x="9512" y="81457"/>
                </a:cubicBezTo>
                <a:close/>
                <a:moveTo>
                  <a:pt x="22144" y="81995"/>
                </a:moveTo>
                <a:lnTo>
                  <a:pt x="22144" y="82911"/>
                </a:lnTo>
                <a:lnTo>
                  <a:pt x="21208" y="82911"/>
                </a:lnTo>
                <a:lnTo>
                  <a:pt x="21208" y="81995"/>
                </a:lnTo>
                <a:close/>
                <a:moveTo>
                  <a:pt x="33797" y="83129"/>
                </a:moveTo>
                <a:cubicBezTo>
                  <a:pt x="33798" y="83130"/>
                  <a:pt x="33798" y="83130"/>
                  <a:pt x="33798" y="83131"/>
                </a:cubicBezTo>
                <a:lnTo>
                  <a:pt x="33797" y="83129"/>
                </a:lnTo>
                <a:close/>
                <a:moveTo>
                  <a:pt x="21046" y="81493"/>
                </a:moveTo>
                <a:cubicBezTo>
                  <a:pt x="20857" y="81493"/>
                  <a:pt x="20705" y="81646"/>
                  <a:pt x="20706" y="81835"/>
                </a:cubicBezTo>
                <a:lnTo>
                  <a:pt x="20706" y="83091"/>
                </a:lnTo>
                <a:cubicBezTo>
                  <a:pt x="20706" y="83268"/>
                  <a:pt x="20860" y="83413"/>
                  <a:pt x="21048" y="83413"/>
                </a:cubicBezTo>
                <a:lnTo>
                  <a:pt x="22304" y="83413"/>
                </a:lnTo>
                <a:lnTo>
                  <a:pt x="22304" y="83415"/>
                </a:lnTo>
                <a:cubicBezTo>
                  <a:pt x="22492" y="83415"/>
                  <a:pt x="22645" y="83268"/>
                  <a:pt x="22646" y="83091"/>
                </a:cubicBezTo>
                <a:lnTo>
                  <a:pt x="22646" y="81835"/>
                </a:lnTo>
                <a:cubicBezTo>
                  <a:pt x="22646" y="81647"/>
                  <a:pt x="22500" y="81493"/>
                  <a:pt x="22322" y="81493"/>
                </a:cubicBezTo>
                <a:lnTo>
                  <a:pt x="21048" y="81493"/>
                </a:lnTo>
                <a:cubicBezTo>
                  <a:pt x="21047" y="81493"/>
                  <a:pt x="21047" y="81493"/>
                  <a:pt x="21046" y="81493"/>
                </a:cubicBezTo>
                <a:close/>
                <a:moveTo>
                  <a:pt x="33684" y="81407"/>
                </a:moveTo>
                <a:cubicBezTo>
                  <a:pt x="33624" y="81407"/>
                  <a:pt x="33563" y="81420"/>
                  <a:pt x="33508" y="81446"/>
                </a:cubicBezTo>
                <a:cubicBezTo>
                  <a:pt x="33483" y="81458"/>
                  <a:pt x="33460" y="81476"/>
                  <a:pt x="33441" y="81496"/>
                </a:cubicBezTo>
                <a:lnTo>
                  <a:pt x="32861" y="82093"/>
                </a:lnTo>
                <a:cubicBezTo>
                  <a:pt x="32755" y="82198"/>
                  <a:pt x="32695" y="82342"/>
                  <a:pt x="32696" y="82490"/>
                </a:cubicBezTo>
                <a:cubicBezTo>
                  <a:pt x="32696" y="82668"/>
                  <a:pt x="32777" y="82796"/>
                  <a:pt x="32861" y="82904"/>
                </a:cubicBezTo>
                <a:lnTo>
                  <a:pt x="33442" y="83485"/>
                </a:lnTo>
                <a:cubicBezTo>
                  <a:pt x="33505" y="83551"/>
                  <a:pt x="33593" y="83587"/>
                  <a:pt x="33683" y="83587"/>
                </a:cubicBezTo>
                <a:lnTo>
                  <a:pt x="33683" y="83587"/>
                </a:lnTo>
                <a:cubicBezTo>
                  <a:pt x="33987" y="83585"/>
                  <a:pt x="34139" y="83219"/>
                  <a:pt x="33924" y="83004"/>
                </a:cubicBezTo>
                <a:lnTo>
                  <a:pt x="33411" y="82490"/>
                </a:lnTo>
                <a:lnTo>
                  <a:pt x="33925" y="81975"/>
                </a:lnTo>
                <a:cubicBezTo>
                  <a:pt x="34060" y="81842"/>
                  <a:pt x="34060" y="81626"/>
                  <a:pt x="33925" y="81493"/>
                </a:cubicBezTo>
                <a:cubicBezTo>
                  <a:pt x="33906" y="81475"/>
                  <a:pt x="33883" y="81458"/>
                  <a:pt x="33859" y="81446"/>
                </a:cubicBezTo>
                <a:cubicBezTo>
                  <a:pt x="33804" y="81420"/>
                  <a:pt x="33744" y="81407"/>
                  <a:pt x="33684" y="81407"/>
                </a:cubicBezTo>
                <a:close/>
                <a:moveTo>
                  <a:pt x="33683" y="83587"/>
                </a:moveTo>
                <a:cubicBezTo>
                  <a:pt x="33683" y="83587"/>
                  <a:pt x="33683" y="83587"/>
                  <a:pt x="33683" y="83587"/>
                </a:cubicBezTo>
                <a:lnTo>
                  <a:pt x="33684" y="83587"/>
                </a:lnTo>
                <a:cubicBezTo>
                  <a:pt x="33684" y="83587"/>
                  <a:pt x="33684" y="83587"/>
                  <a:pt x="33683" y="83587"/>
                </a:cubicBezTo>
                <a:close/>
                <a:moveTo>
                  <a:pt x="36715" y="501"/>
                </a:moveTo>
                <a:cubicBezTo>
                  <a:pt x="40106" y="501"/>
                  <a:pt x="42867" y="3262"/>
                  <a:pt x="42867" y="6654"/>
                </a:cubicBezTo>
                <a:lnTo>
                  <a:pt x="42867" y="79324"/>
                </a:lnTo>
                <a:cubicBezTo>
                  <a:pt x="42867" y="82717"/>
                  <a:pt x="40106" y="85476"/>
                  <a:pt x="36715" y="85476"/>
                </a:cubicBezTo>
                <a:lnTo>
                  <a:pt x="6656" y="85476"/>
                </a:lnTo>
                <a:cubicBezTo>
                  <a:pt x="3262" y="85476"/>
                  <a:pt x="503" y="82717"/>
                  <a:pt x="503" y="79324"/>
                </a:cubicBezTo>
                <a:lnTo>
                  <a:pt x="503" y="6654"/>
                </a:lnTo>
                <a:cubicBezTo>
                  <a:pt x="503" y="3262"/>
                  <a:pt x="3262" y="501"/>
                  <a:pt x="6656" y="501"/>
                </a:cubicBezTo>
                <a:close/>
                <a:moveTo>
                  <a:pt x="6656" y="0"/>
                </a:moveTo>
                <a:cubicBezTo>
                  <a:pt x="2986" y="0"/>
                  <a:pt x="1" y="2985"/>
                  <a:pt x="1" y="6655"/>
                </a:cubicBezTo>
                <a:lnTo>
                  <a:pt x="1" y="79324"/>
                </a:lnTo>
                <a:cubicBezTo>
                  <a:pt x="1" y="82995"/>
                  <a:pt x="2986" y="85980"/>
                  <a:pt x="6656" y="85980"/>
                </a:cubicBezTo>
                <a:lnTo>
                  <a:pt x="36715" y="85980"/>
                </a:lnTo>
                <a:cubicBezTo>
                  <a:pt x="40383" y="85980"/>
                  <a:pt x="43370" y="82993"/>
                  <a:pt x="43370" y="79324"/>
                </a:cubicBezTo>
                <a:lnTo>
                  <a:pt x="43370" y="6655"/>
                </a:lnTo>
                <a:cubicBezTo>
                  <a:pt x="43370" y="2985"/>
                  <a:pt x="40384" y="0"/>
                  <a:pt x="36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45" name="Google Shape;2145;p66"/>
          <p:cNvPicPr preferRelativeResize="0"/>
          <p:nvPr/>
        </p:nvPicPr>
        <p:blipFill rotWithShape="1">
          <a:blip r:embed="rId3">
            <a:alphaModFix/>
          </a:blip>
          <a:srcRect b="5331" l="0" r="0" t="639"/>
          <a:stretch/>
        </p:blipFill>
        <p:spPr>
          <a:xfrm>
            <a:off x="1224672" y="2472050"/>
            <a:ext cx="1106269" cy="1968376"/>
          </a:xfrm>
          <a:prstGeom prst="rect">
            <a:avLst/>
          </a:prstGeom>
          <a:noFill/>
          <a:ln>
            <a:noFill/>
          </a:ln>
        </p:spPr>
      </p:pic>
      <p:sp>
        <p:nvSpPr>
          <p:cNvPr id="2146" name="Google Shape;2146;p66"/>
          <p:cNvSpPr/>
          <p:nvPr/>
        </p:nvSpPr>
        <p:spPr>
          <a:xfrm>
            <a:off x="1184225" y="2280138"/>
            <a:ext cx="1190290" cy="2359963"/>
          </a:xfrm>
          <a:custGeom>
            <a:rect b="b" l="l" r="r" t="t"/>
            <a:pathLst>
              <a:path extrusionOk="0" h="85981" w="43370">
                <a:moveTo>
                  <a:pt x="25827" y="3794"/>
                </a:moveTo>
                <a:lnTo>
                  <a:pt x="25827" y="4045"/>
                </a:lnTo>
                <a:lnTo>
                  <a:pt x="25845" y="4047"/>
                </a:lnTo>
                <a:cubicBezTo>
                  <a:pt x="25856" y="4066"/>
                  <a:pt x="25857" y="4090"/>
                  <a:pt x="25850" y="4111"/>
                </a:cubicBezTo>
                <a:lnTo>
                  <a:pt x="17205" y="4129"/>
                </a:lnTo>
                <a:lnTo>
                  <a:pt x="17193" y="4382"/>
                </a:lnTo>
                <a:lnTo>
                  <a:pt x="17156" y="4111"/>
                </a:lnTo>
                <a:cubicBezTo>
                  <a:pt x="17147" y="4092"/>
                  <a:pt x="17148" y="4068"/>
                  <a:pt x="17159" y="4048"/>
                </a:cubicBezTo>
                <a:lnTo>
                  <a:pt x="17226" y="4048"/>
                </a:lnTo>
                <a:lnTo>
                  <a:pt x="25807" y="4047"/>
                </a:lnTo>
                <a:lnTo>
                  <a:pt x="25827" y="3794"/>
                </a:lnTo>
                <a:close/>
                <a:moveTo>
                  <a:pt x="17178" y="3543"/>
                </a:moveTo>
                <a:cubicBezTo>
                  <a:pt x="16876" y="3543"/>
                  <a:pt x="16647" y="3775"/>
                  <a:pt x="16647" y="4083"/>
                </a:cubicBezTo>
                <a:cubicBezTo>
                  <a:pt x="16647" y="4395"/>
                  <a:pt x="16881" y="4631"/>
                  <a:pt x="17223" y="4631"/>
                </a:cubicBezTo>
                <a:lnTo>
                  <a:pt x="17227" y="4631"/>
                </a:lnTo>
                <a:lnTo>
                  <a:pt x="25757" y="4630"/>
                </a:lnTo>
                <a:cubicBezTo>
                  <a:pt x="25765" y="4631"/>
                  <a:pt x="25805" y="4633"/>
                  <a:pt x="25812" y="4633"/>
                </a:cubicBezTo>
                <a:cubicBezTo>
                  <a:pt x="26122" y="4633"/>
                  <a:pt x="26357" y="4397"/>
                  <a:pt x="26357" y="4083"/>
                </a:cubicBezTo>
                <a:cubicBezTo>
                  <a:pt x="26357" y="3775"/>
                  <a:pt x="26129" y="3543"/>
                  <a:pt x="25827" y="3543"/>
                </a:cubicBezTo>
                <a:lnTo>
                  <a:pt x="17256" y="3549"/>
                </a:lnTo>
                <a:cubicBezTo>
                  <a:pt x="17245" y="3547"/>
                  <a:pt x="17187" y="3543"/>
                  <a:pt x="17178" y="3543"/>
                </a:cubicBezTo>
                <a:close/>
                <a:moveTo>
                  <a:pt x="41722" y="7196"/>
                </a:moveTo>
                <a:lnTo>
                  <a:pt x="41722" y="78527"/>
                </a:lnTo>
                <a:lnTo>
                  <a:pt x="1739" y="78527"/>
                </a:lnTo>
                <a:lnTo>
                  <a:pt x="1739" y="7196"/>
                </a:lnTo>
                <a:close/>
                <a:moveTo>
                  <a:pt x="1488" y="6694"/>
                </a:moveTo>
                <a:cubicBezTo>
                  <a:pt x="1349" y="6694"/>
                  <a:pt x="1237" y="6806"/>
                  <a:pt x="1237" y="6945"/>
                </a:cubicBezTo>
                <a:lnTo>
                  <a:pt x="1237" y="78778"/>
                </a:lnTo>
                <a:cubicBezTo>
                  <a:pt x="1237" y="78917"/>
                  <a:pt x="1349" y="79029"/>
                  <a:pt x="1488" y="79029"/>
                </a:cubicBezTo>
                <a:lnTo>
                  <a:pt x="41972" y="79029"/>
                </a:lnTo>
                <a:cubicBezTo>
                  <a:pt x="42111" y="79029"/>
                  <a:pt x="42223" y="78917"/>
                  <a:pt x="42223" y="78778"/>
                </a:cubicBezTo>
                <a:lnTo>
                  <a:pt x="42223" y="6945"/>
                </a:lnTo>
                <a:cubicBezTo>
                  <a:pt x="42223" y="6806"/>
                  <a:pt x="42111" y="6694"/>
                  <a:pt x="41972" y="6694"/>
                </a:cubicBezTo>
                <a:close/>
                <a:moveTo>
                  <a:pt x="7894" y="81457"/>
                </a:moveTo>
                <a:cubicBezTo>
                  <a:pt x="7754" y="81457"/>
                  <a:pt x="7642" y="81569"/>
                  <a:pt x="7642" y="81708"/>
                </a:cubicBezTo>
                <a:lnTo>
                  <a:pt x="7642" y="81926"/>
                </a:lnTo>
                <a:cubicBezTo>
                  <a:pt x="7642" y="82065"/>
                  <a:pt x="7754" y="82177"/>
                  <a:pt x="7894" y="82177"/>
                </a:cubicBezTo>
                <a:lnTo>
                  <a:pt x="9495" y="82177"/>
                </a:lnTo>
                <a:cubicBezTo>
                  <a:pt x="9625" y="82177"/>
                  <a:pt x="9734" y="82077"/>
                  <a:pt x="9744" y="81947"/>
                </a:cubicBezTo>
                <a:lnTo>
                  <a:pt x="9764" y="81729"/>
                </a:lnTo>
                <a:cubicBezTo>
                  <a:pt x="9776" y="81582"/>
                  <a:pt x="9660" y="81457"/>
                  <a:pt x="9512" y="81457"/>
                </a:cubicBezTo>
                <a:close/>
                <a:moveTo>
                  <a:pt x="22144" y="81995"/>
                </a:moveTo>
                <a:lnTo>
                  <a:pt x="22144" y="82911"/>
                </a:lnTo>
                <a:lnTo>
                  <a:pt x="21208" y="82911"/>
                </a:lnTo>
                <a:lnTo>
                  <a:pt x="21208" y="81995"/>
                </a:lnTo>
                <a:close/>
                <a:moveTo>
                  <a:pt x="33797" y="83129"/>
                </a:moveTo>
                <a:cubicBezTo>
                  <a:pt x="33798" y="83130"/>
                  <a:pt x="33798" y="83130"/>
                  <a:pt x="33798" y="83131"/>
                </a:cubicBezTo>
                <a:lnTo>
                  <a:pt x="33797" y="83129"/>
                </a:lnTo>
                <a:close/>
                <a:moveTo>
                  <a:pt x="21046" y="81493"/>
                </a:moveTo>
                <a:cubicBezTo>
                  <a:pt x="20857" y="81493"/>
                  <a:pt x="20705" y="81646"/>
                  <a:pt x="20706" y="81835"/>
                </a:cubicBezTo>
                <a:lnTo>
                  <a:pt x="20706" y="83091"/>
                </a:lnTo>
                <a:cubicBezTo>
                  <a:pt x="20706" y="83268"/>
                  <a:pt x="20860" y="83413"/>
                  <a:pt x="21048" y="83413"/>
                </a:cubicBezTo>
                <a:lnTo>
                  <a:pt x="22304" y="83413"/>
                </a:lnTo>
                <a:lnTo>
                  <a:pt x="22304" y="83415"/>
                </a:lnTo>
                <a:cubicBezTo>
                  <a:pt x="22492" y="83415"/>
                  <a:pt x="22645" y="83268"/>
                  <a:pt x="22646" y="83091"/>
                </a:cubicBezTo>
                <a:lnTo>
                  <a:pt x="22646" y="81835"/>
                </a:lnTo>
                <a:cubicBezTo>
                  <a:pt x="22646" y="81647"/>
                  <a:pt x="22500" y="81493"/>
                  <a:pt x="22322" y="81493"/>
                </a:cubicBezTo>
                <a:lnTo>
                  <a:pt x="21048" y="81493"/>
                </a:lnTo>
                <a:cubicBezTo>
                  <a:pt x="21047" y="81493"/>
                  <a:pt x="21047" y="81493"/>
                  <a:pt x="21046" y="81493"/>
                </a:cubicBezTo>
                <a:close/>
                <a:moveTo>
                  <a:pt x="33684" y="81407"/>
                </a:moveTo>
                <a:cubicBezTo>
                  <a:pt x="33624" y="81407"/>
                  <a:pt x="33563" y="81420"/>
                  <a:pt x="33508" y="81446"/>
                </a:cubicBezTo>
                <a:cubicBezTo>
                  <a:pt x="33483" y="81458"/>
                  <a:pt x="33460" y="81476"/>
                  <a:pt x="33441" y="81496"/>
                </a:cubicBezTo>
                <a:lnTo>
                  <a:pt x="32861" y="82093"/>
                </a:lnTo>
                <a:cubicBezTo>
                  <a:pt x="32755" y="82198"/>
                  <a:pt x="32695" y="82342"/>
                  <a:pt x="32696" y="82490"/>
                </a:cubicBezTo>
                <a:cubicBezTo>
                  <a:pt x="32696" y="82668"/>
                  <a:pt x="32777" y="82796"/>
                  <a:pt x="32861" y="82904"/>
                </a:cubicBezTo>
                <a:lnTo>
                  <a:pt x="33442" y="83485"/>
                </a:lnTo>
                <a:cubicBezTo>
                  <a:pt x="33505" y="83551"/>
                  <a:pt x="33593" y="83587"/>
                  <a:pt x="33683" y="83587"/>
                </a:cubicBezTo>
                <a:lnTo>
                  <a:pt x="33683" y="83587"/>
                </a:lnTo>
                <a:cubicBezTo>
                  <a:pt x="33987" y="83585"/>
                  <a:pt x="34139" y="83219"/>
                  <a:pt x="33924" y="83004"/>
                </a:cubicBezTo>
                <a:lnTo>
                  <a:pt x="33411" y="82490"/>
                </a:lnTo>
                <a:lnTo>
                  <a:pt x="33925" y="81975"/>
                </a:lnTo>
                <a:cubicBezTo>
                  <a:pt x="34060" y="81842"/>
                  <a:pt x="34060" y="81626"/>
                  <a:pt x="33925" y="81493"/>
                </a:cubicBezTo>
                <a:cubicBezTo>
                  <a:pt x="33906" y="81475"/>
                  <a:pt x="33883" y="81458"/>
                  <a:pt x="33859" y="81446"/>
                </a:cubicBezTo>
                <a:cubicBezTo>
                  <a:pt x="33804" y="81420"/>
                  <a:pt x="33744" y="81407"/>
                  <a:pt x="33684" y="81407"/>
                </a:cubicBezTo>
                <a:close/>
                <a:moveTo>
                  <a:pt x="33683" y="83587"/>
                </a:moveTo>
                <a:cubicBezTo>
                  <a:pt x="33683" y="83587"/>
                  <a:pt x="33683" y="83587"/>
                  <a:pt x="33683" y="83587"/>
                </a:cubicBezTo>
                <a:lnTo>
                  <a:pt x="33684" y="83587"/>
                </a:lnTo>
                <a:cubicBezTo>
                  <a:pt x="33684" y="83587"/>
                  <a:pt x="33684" y="83587"/>
                  <a:pt x="33683" y="83587"/>
                </a:cubicBezTo>
                <a:close/>
                <a:moveTo>
                  <a:pt x="36715" y="501"/>
                </a:moveTo>
                <a:cubicBezTo>
                  <a:pt x="40106" y="501"/>
                  <a:pt x="42867" y="3262"/>
                  <a:pt x="42867" y="6654"/>
                </a:cubicBezTo>
                <a:lnTo>
                  <a:pt x="42867" y="79324"/>
                </a:lnTo>
                <a:cubicBezTo>
                  <a:pt x="42867" y="82717"/>
                  <a:pt x="40106" y="85476"/>
                  <a:pt x="36715" y="85476"/>
                </a:cubicBezTo>
                <a:lnTo>
                  <a:pt x="6656" y="85476"/>
                </a:lnTo>
                <a:cubicBezTo>
                  <a:pt x="3262" y="85476"/>
                  <a:pt x="503" y="82717"/>
                  <a:pt x="503" y="79324"/>
                </a:cubicBezTo>
                <a:lnTo>
                  <a:pt x="503" y="6654"/>
                </a:lnTo>
                <a:cubicBezTo>
                  <a:pt x="503" y="3262"/>
                  <a:pt x="3262" y="501"/>
                  <a:pt x="6656" y="501"/>
                </a:cubicBezTo>
                <a:close/>
                <a:moveTo>
                  <a:pt x="6656" y="0"/>
                </a:moveTo>
                <a:cubicBezTo>
                  <a:pt x="2986" y="0"/>
                  <a:pt x="1" y="2985"/>
                  <a:pt x="1" y="6655"/>
                </a:cubicBezTo>
                <a:lnTo>
                  <a:pt x="1" y="79324"/>
                </a:lnTo>
                <a:cubicBezTo>
                  <a:pt x="1" y="82995"/>
                  <a:pt x="2986" y="85980"/>
                  <a:pt x="6656" y="85980"/>
                </a:cubicBezTo>
                <a:lnTo>
                  <a:pt x="36715" y="85980"/>
                </a:lnTo>
                <a:cubicBezTo>
                  <a:pt x="40383" y="85980"/>
                  <a:pt x="43370" y="82993"/>
                  <a:pt x="43370" y="79324"/>
                </a:cubicBezTo>
                <a:lnTo>
                  <a:pt x="43370" y="6655"/>
                </a:lnTo>
                <a:cubicBezTo>
                  <a:pt x="43370" y="2985"/>
                  <a:pt x="40384" y="0"/>
                  <a:pt x="36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47" name="Google Shape;2147;p66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51" name="Shape 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2" name="Google Shape;2152;p67"/>
          <p:cNvSpPr txBox="1"/>
          <p:nvPr>
            <p:ph type="title"/>
          </p:nvPr>
        </p:nvSpPr>
        <p:spPr>
          <a:xfrm>
            <a:off x="2062800" y="2442050"/>
            <a:ext cx="50184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GOOD WAY TO END THE PRESENTATION</a:t>
            </a:r>
            <a:endParaRPr/>
          </a:p>
        </p:txBody>
      </p:sp>
      <p:sp>
        <p:nvSpPr>
          <p:cNvPr id="2153" name="Google Shape;2153;p67"/>
          <p:cNvSpPr txBox="1"/>
          <p:nvPr>
            <p:ph idx="1" type="subTitle"/>
          </p:nvPr>
        </p:nvSpPr>
        <p:spPr>
          <a:xfrm>
            <a:off x="2896500" y="3391325"/>
            <a:ext cx="3351000" cy="11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cxnSp>
        <p:nvCxnSpPr>
          <p:cNvPr id="2154" name="Google Shape;2154;p67"/>
          <p:cNvCxnSpPr/>
          <p:nvPr/>
        </p:nvCxnSpPr>
        <p:spPr>
          <a:xfrm>
            <a:off x="3190500" y="3203297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58" name="Shape 2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9" name="Google Shape;2159;p68"/>
          <p:cNvSpPr txBox="1"/>
          <p:nvPr>
            <p:ph type="title"/>
          </p:nvPr>
        </p:nvSpPr>
        <p:spPr>
          <a:xfrm>
            <a:off x="924870" y="760375"/>
            <a:ext cx="3068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2160" name="Google Shape;2160;p68"/>
          <p:cNvSpPr txBox="1"/>
          <p:nvPr>
            <p:ph idx="1" type="subTitle"/>
          </p:nvPr>
        </p:nvSpPr>
        <p:spPr>
          <a:xfrm>
            <a:off x="924875" y="1684275"/>
            <a:ext cx="3305400" cy="109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addyouremail@freepik.com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61" name="Google Shape;2161;p68"/>
          <p:cNvCxnSpPr/>
          <p:nvPr/>
        </p:nvCxnSpPr>
        <p:spPr>
          <a:xfrm>
            <a:off x="1013400" y="1488797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162" name="Google Shape;2162;p68"/>
          <p:cNvSpPr txBox="1"/>
          <p:nvPr/>
        </p:nvSpPr>
        <p:spPr>
          <a:xfrm>
            <a:off x="894900" y="4196425"/>
            <a:ext cx="3000000" cy="3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Please keep this slide for attribution.</a:t>
            </a:r>
            <a:endParaRPr sz="1100">
              <a:solidFill>
                <a:schemeClr val="accen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cxnSp>
        <p:nvCxnSpPr>
          <p:cNvPr id="2163" name="Google Shape;2163;p68"/>
          <p:cNvCxnSpPr/>
          <p:nvPr/>
        </p:nvCxnSpPr>
        <p:spPr>
          <a:xfrm>
            <a:off x="1013400" y="345807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164" name="Google Shape;2164;p68"/>
          <p:cNvSpPr/>
          <p:nvPr/>
        </p:nvSpPr>
        <p:spPr>
          <a:xfrm>
            <a:off x="1013409" y="2776274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65" name="Google Shape;2165;p68"/>
          <p:cNvGrpSpPr/>
          <p:nvPr/>
        </p:nvGrpSpPr>
        <p:grpSpPr>
          <a:xfrm>
            <a:off x="1462881" y="2776274"/>
            <a:ext cx="346056" cy="345674"/>
            <a:chOff x="3303268" y="3817349"/>
            <a:chExt cx="346056" cy="345674"/>
          </a:xfrm>
        </p:grpSpPr>
        <p:sp>
          <p:nvSpPr>
            <p:cNvPr id="2166" name="Google Shape;2166;p68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8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8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8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0" name="Google Shape;2170;p68"/>
          <p:cNvGrpSpPr/>
          <p:nvPr/>
        </p:nvGrpSpPr>
        <p:grpSpPr>
          <a:xfrm>
            <a:off x="1911970" y="2776274"/>
            <a:ext cx="346056" cy="345674"/>
            <a:chOff x="3752358" y="3817349"/>
            <a:chExt cx="346056" cy="345674"/>
          </a:xfrm>
        </p:grpSpPr>
        <p:sp>
          <p:nvSpPr>
            <p:cNvPr id="2171" name="Google Shape;2171;p68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8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8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8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78" name="Shape 2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" name="Google Shape;2179;p69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2180" name="Google Shape;2180;p69"/>
          <p:cNvSpPr txBox="1"/>
          <p:nvPr>
            <p:ph idx="1" type="body"/>
          </p:nvPr>
        </p:nvSpPr>
        <p:spPr>
          <a:xfrm>
            <a:off x="5037525" y="1659275"/>
            <a:ext cx="31869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PHOTOS:</a:t>
            </a:r>
            <a:endParaRPr>
              <a:uFill>
                <a:noFill/>
              </a:uFill>
              <a:hlinkClick r:id="rId3"/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Low angle man with virtual reality simulator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Young man working on an ethernet switch medium shot</a:t>
            </a:r>
            <a:endParaRPr>
              <a:uFill>
                <a:noFill/>
              </a:uFill>
              <a:hlinkClick r:id="rId6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Motherboard with optical fiber cables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High speed optical fiber with blue light</a:t>
            </a:r>
            <a:endParaRPr/>
          </a:p>
        </p:txBody>
      </p:sp>
      <p:cxnSp>
        <p:nvCxnSpPr>
          <p:cNvPr id="2181" name="Google Shape;2181;p69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pic>
        <p:nvPicPr>
          <p:cNvPr id="2182" name="Google Shape;2182;p6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626975" y="1634837"/>
            <a:ext cx="2539443" cy="74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3" name="Google Shape;2183;p69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10800000">
            <a:off x="2707177" y="1634837"/>
            <a:ext cx="1976586" cy="74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4" name="Google Shape;2184;p69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1345956" y="2620891"/>
            <a:ext cx="2939569" cy="68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5" name="Google Shape;2185;p69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915638" y="3541975"/>
            <a:ext cx="3800201" cy="8781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89" name="Shape 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0" name="Google Shape;2190;p70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2191" name="Google Shape;2191;p70"/>
          <p:cNvSpPr txBox="1"/>
          <p:nvPr>
            <p:ph idx="1" type="body"/>
          </p:nvPr>
        </p:nvSpPr>
        <p:spPr>
          <a:xfrm>
            <a:off x="938500" y="1659275"/>
            <a:ext cx="49464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VECTORS:</a:t>
            </a:r>
            <a:endParaRPr>
              <a:uFill>
                <a:noFill/>
              </a:uFill>
              <a:hlinkClick r:id="rId3"/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Particles background in gradient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PHOTOS: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Skyscrapers with sunlight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Vivid girl in vr headset having fun</a:t>
            </a:r>
            <a:endParaRPr/>
          </a:p>
        </p:txBody>
      </p:sp>
      <p:cxnSp>
        <p:nvCxnSpPr>
          <p:cNvPr id="2192" name="Google Shape;2192;p70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196" name="Shape 2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7" name="Google Shape;2197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71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71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203" name="Shape 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4" name="Google Shape;2204;p72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72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72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Montserrat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https://fonts.google.com/specimen/Montserrat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07" name="Google Shape;2207;p72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2208" name="Google Shape;2208;p72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5D5E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72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163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72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72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AB4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72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#85d5e6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213" name="Google Shape;2213;p72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#001633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214" name="Google Shape;2214;p72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0E2A47"/>
                  </a:solidFill>
                </a:rPr>
                <a:t>#ffffff</a:t>
              </a:r>
              <a:endParaRPr sz="1000">
                <a:solidFill>
                  <a:srgbClr val="0E2A47"/>
                </a:solidFill>
              </a:endParaRPr>
            </a:p>
          </p:txBody>
        </p:sp>
        <p:sp>
          <p:nvSpPr>
            <p:cNvPr id="2215" name="Google Shape;2215;p72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#ffab40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219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1" name="Google Shape;2221;p73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22" name="Google Shape;2222;p73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2223" name="Google Shape;2223;p73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73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5" name="Google Shape;2225;p73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2226" name="Google Shape;2226;p73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73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73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73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0" name="Google Shape;2230;p73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2231" name="Google Shape;2231;p73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73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3" name="Google Shape;2233;p73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2234" name="Google Shape;2234;p73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73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73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7" name="Google Shape;2237;p73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2238" name="Google Shape;2238;p73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73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0" name="Google Shape;2240;p73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2241" name="Google Shape;2241;p73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73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73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73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5" name="Google Shape;2245;p73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2246" name="Google Shape;2246;p73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73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73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73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0" name="Google Shape;2250;p73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2251" name="Google Shape;2251;p73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73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73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73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73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6" name="Google Shape;2256;p73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2257" name="Google Shape;2257;p73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73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73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73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1" name="Google Shape;2261;p73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2262" name="Google Shape;2262;p73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73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73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5" name="Google Shape;2265;p73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2266" name="Google Shape;2266;p73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73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73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73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73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73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2" name="Google Shape;2272;p73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2273" name="Google Shape;2273;p73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73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73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73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73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73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73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0" name="Google Shape;2280;p73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2281" name="Google Shape;2281;p73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73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73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73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5" name="Google Shape;2285;p73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2286" name="Google Shape;2286;p73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73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73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9" name="Google Shape;2289;p73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2290" name="Google Shape;2290;p73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73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73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3" name="Google Shape;2293;p73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2294" name="Google Shape;2294;p73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73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96" name="Google Shape;2296;p73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97" name="Google Shape;2297;p73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2298" name="Google Shape;2298;p73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73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73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73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2" name="Google Shape;2302;p73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2303" name="Google Shape;2303;p73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73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5" name="Google Shape;2305;p73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2306" name="Google Shape;2306;p73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73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308" name="Google Shape;2308;p73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09" name="Google Shape;2309;p73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2310" name="Google Shape;2310;p73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73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2" name="Google Shape;2312;p73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2313" name="Google Shape;2313;p73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73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5" name="Google Shape;2315;p73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2316" name="Google Shape;2316;p73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73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8" name="Google Shape;2318;p73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2319" name="Google Shape;2319;p73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73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73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73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73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73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73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73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7" name="Google Shape;2327;p73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2328" name="Google Shape;2328;p73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73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73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73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73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73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73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73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73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73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73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73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73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73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73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73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73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73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73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73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73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9" name="Google Shape;2349;p73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2350" name="Google Shape;2350;p73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73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73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73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4" name="Google Shape;2354;p73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2355" name="Google Shape;2355;p73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73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73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73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73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73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73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73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73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73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7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7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7" name="Google Shape;2367;p73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2368" name="Google Shape;2368;p73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73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0" name="Google Shape;2370;p73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2371" name="Google Shape;2371;p73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73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73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4" name="Google Shape;2374;p73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5" name="Google Shape;2375;p73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6" name="Google Shape;2376;p73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7" name="Google Shape;2377;p73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78" name="Google Shape;2378;p73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379" name="Google Shape;2379;p73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73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1" name="Google Shape;2381;p73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382" name="Google Shape;2382;p73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73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4" name="Google Shape;2384;p73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385" name="Google Shape;2385;p73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73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7" name="Google Shape;2387;p73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388" name="Google Shape;2388;p73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73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0" name="Google Shape;2390;p73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391" name="Google Shape;2391;p73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73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3" name="Google Shape;2393;p73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394" name="Google Shape;2394;p73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73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6" name="Google Shape;2396;p73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397" name="Google Shape;2397;p73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73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9" name="Google Shape;2399;p73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400" name="Google Shape;2400;p73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73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73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3" name="Google Shape;2403;p73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404" name="Google Shape;2404;p73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73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73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7" name="Google Shape;2407;p73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408" name="Google Shape;2408;p73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73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73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1" name="Google Shape;2411;p73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412" name="Google Shape;2412;p73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73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73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5" name="Google Shape;2415;p73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416" name="Google Shape;2416;p73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73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18" name="Google Shape;2418;p73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9" name="Google Shape;2419;p73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0" name="Google Shape;2420;p73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1" name="Google Shape;2421;p73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2" name="Google Shape;2422;p73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3" name="Google Shape;2423;p73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24" name="Google Shape;2424;p73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425" name="Google Shape;2425;p73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73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7" name="Google Shape;2427;p73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428" name="Google Shape;2428;p73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73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0" name="Google Shape;2430;p73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431" name="Google Shape;2431;p73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73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3" name="Google Shape;2433;p73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4" name="Google Shape;2434;p73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5" name="Google Shape;2435;p73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36" name="Google Shape;2436;p73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437" name="Google Shape;2437;p73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73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73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73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73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73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73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73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73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6" name="Google Shape;2446;p73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447" name="Google Shape;2447;p73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73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9" name="Google Shape;2449;p73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450" name="Google Shape;2450;p73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73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73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73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73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73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73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73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73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73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73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73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73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73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73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73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73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73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73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73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0" name="Google Shape;2470;p73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471" name="Google Shape;2471;p73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73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73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73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73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73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73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73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73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73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73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73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73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73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73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73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73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73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73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73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73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73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73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73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73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73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73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73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73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73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73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73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73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73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73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73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73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73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73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73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73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73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73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73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73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73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73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73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73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73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73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73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73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73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73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73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73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73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73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73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73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73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73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73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73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73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73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73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73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73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73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73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73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73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73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73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3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3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49" name="Google Shape;2549;p73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0" name="Google Shape;2550;p73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1" name="Google Shape;2551;p73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2" name="Google Shape;2552;p73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56" name="Shape 2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7" name="Google Shape;2557;p74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558" name="Google Shape;2558;p74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4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4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4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4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4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4" name="Google Shape;2564;p74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565" name="Google Shape;2565;p74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4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4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4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4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4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4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4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4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4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4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4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4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4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4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4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4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4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4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4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4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4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4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4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4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4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4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4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4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4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4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4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4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4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4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4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4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4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4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4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4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4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4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4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4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4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4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4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4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4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4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4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4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4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4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4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4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4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4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4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4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4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4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4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4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4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4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4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4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4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4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4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4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4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4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4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4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4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4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4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4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4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4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4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4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4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4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4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4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4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4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4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4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4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4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4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4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4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4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4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4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4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4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4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4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4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4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4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4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4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4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4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4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4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4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4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4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4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4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4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4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4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4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4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4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4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4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4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4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4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4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4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4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4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4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4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4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4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4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4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4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4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4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4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4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4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4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4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4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4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4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4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4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4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4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4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4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4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4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4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4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4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4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4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4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4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4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4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4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4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4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4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4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4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4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4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4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4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4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4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4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4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4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4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4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4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4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4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4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4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4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4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4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4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4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4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4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4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4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4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4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4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4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4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4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4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4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4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4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4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4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4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4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4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4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4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4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4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4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4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4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4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4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4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4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4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4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4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4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4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4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4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4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4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4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4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4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4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4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4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4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4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4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4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4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4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4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4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4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4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4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4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4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4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4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4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4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4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4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4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4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4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4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4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4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4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4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4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4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4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4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4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4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4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4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4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4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4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4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4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4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4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4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4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4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4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4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4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4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4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4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4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4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4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4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4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4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4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4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4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4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4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4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4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4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4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4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4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4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4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4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4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4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4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4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4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4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4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4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4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4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4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4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4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4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4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4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4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4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4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4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4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4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4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4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4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4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4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4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4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4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4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4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4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4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4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4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4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4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4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4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4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4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4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4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4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4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4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4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4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4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4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4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4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4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4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4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4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4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4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4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4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4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4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4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4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4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4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4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4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4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4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4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4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4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4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4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4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4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4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4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4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4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4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4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4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4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4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74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4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4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4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4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4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4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4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4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4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4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4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4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4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4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4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4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4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4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4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4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4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4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4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4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4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4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4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4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4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4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4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4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4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4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4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4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4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4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4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4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4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4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4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4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4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4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4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4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4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4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4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4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4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4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4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4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4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4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4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4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4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4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4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4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4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4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4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4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4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4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4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4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4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4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4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4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4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4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4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4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4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4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4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4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4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4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4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4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4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4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4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4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4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4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4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4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4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4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4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4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4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4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4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4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4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4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4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4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4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4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4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4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4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4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4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4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4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4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4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4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4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4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4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4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4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4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4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4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4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4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4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4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4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4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4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4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4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4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4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4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4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4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4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4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4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4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4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4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4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4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4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4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4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4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4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4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4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4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4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4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4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4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4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4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4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4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4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4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4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4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4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4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4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4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4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4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4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4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4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4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4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4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4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4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4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4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4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4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4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4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4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4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4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4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4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4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4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4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4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4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4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4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4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74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4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4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4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4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4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4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4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4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4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4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4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4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4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4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4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4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4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4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4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4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4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4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4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4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4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4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4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4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4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4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4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4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74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4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4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4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4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4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4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4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4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4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4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4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4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4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4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74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4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4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4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4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4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4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4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4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4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4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4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4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4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4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4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4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4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4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4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4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4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4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4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4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4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4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4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4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4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4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4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4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4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4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4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4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4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4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4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4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4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4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4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4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4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4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4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4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4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4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4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4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4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4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4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4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4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4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4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4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4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4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4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4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4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4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4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4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4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4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4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4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4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4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4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4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4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4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4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4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4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4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4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4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4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4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4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4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4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4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4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4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4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4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4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4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4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4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4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4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4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4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4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4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4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4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4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4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4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4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4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4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4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4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4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4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4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4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4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4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4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4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4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4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4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4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4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4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4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4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4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4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4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4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4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4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4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4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4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74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4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4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4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4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4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4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4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4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4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74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4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4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4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4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4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4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4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4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4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4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4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4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4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4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4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4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4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4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4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4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4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4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4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4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4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4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4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4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4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4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4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4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4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4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4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4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4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4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4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4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4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4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4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4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74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4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4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4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4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4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4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4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4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4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4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4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4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4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4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4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4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4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4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4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4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4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4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4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4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4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4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4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4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4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4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4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4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74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74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4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4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4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4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4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4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4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4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4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4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4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4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4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4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4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4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4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74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74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74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4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74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74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4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74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74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4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74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74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74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74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74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4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74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74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74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4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4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74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74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4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4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74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74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74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74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74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74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4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4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4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4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4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4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74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74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74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74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74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4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4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74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74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4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74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4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4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4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74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74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74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4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4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4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4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4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74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74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4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4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4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4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4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4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4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4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4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4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4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4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4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4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4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4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4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4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4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4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4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4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74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74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4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4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4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4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4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4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4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4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4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4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4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4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4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4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4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4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4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4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4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4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4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4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4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4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4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4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4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4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4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4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4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4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4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4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4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4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4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4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4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4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4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4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4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4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4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4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4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4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4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74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74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4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4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4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4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4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4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4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4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4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4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4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4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4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4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4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4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4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4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4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4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4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4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4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4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4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4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4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4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4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4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4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4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4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4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4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4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4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4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4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4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4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4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4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4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4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4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4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4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4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4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4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4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4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74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4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4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4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4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4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4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4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4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74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4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4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4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4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4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74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74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74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74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4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4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4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4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74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74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4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4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74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4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74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74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4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74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74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74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4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4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74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4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4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4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4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4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4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74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4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4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4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4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4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4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4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4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74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74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4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74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74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4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4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74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74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4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4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4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4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4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74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74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4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4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4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4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4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4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4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4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4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4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4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4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4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74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74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4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4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4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4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4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4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4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4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4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4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4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4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4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4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4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4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4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4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4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74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74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4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4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4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4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4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4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4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4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4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4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4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4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4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4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4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4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4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4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4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4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4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4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4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4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4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4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4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4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4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4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4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4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4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4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4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4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4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4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4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4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4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4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4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4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4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4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4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4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4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4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4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4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4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4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4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4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4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4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4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4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4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4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4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4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4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4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4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4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4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4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4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4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4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4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4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4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4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4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4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4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4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4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4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4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4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4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4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4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4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4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4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4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4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4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4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4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4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4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4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4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4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4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4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4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4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4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4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4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4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4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4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4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4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4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4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4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4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4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4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4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4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4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4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4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4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4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4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4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4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4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4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4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4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4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4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4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4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4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4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4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4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4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4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4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4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4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4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4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4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4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4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4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4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4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4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4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4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4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4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4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4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4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4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4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4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4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4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4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4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4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4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4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4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4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4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4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4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4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4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4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4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4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4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4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4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4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4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4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4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4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4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4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4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4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4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4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4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4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4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4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4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4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4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4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4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4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4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4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4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4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4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4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4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4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4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4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4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4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4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4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4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4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4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4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4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4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4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4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4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4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4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4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4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4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4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4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4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4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4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4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4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4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4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4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4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4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4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4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4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4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4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4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4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4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4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4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4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4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4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4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4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4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4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4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4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4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4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4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4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4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4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4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4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4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4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4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4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4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4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4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4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4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4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4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4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4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4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4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4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4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4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4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4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4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4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4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4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4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4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4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4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4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4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4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4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4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4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4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4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4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4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4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4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4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4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4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4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4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4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4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4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4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4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4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4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4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4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4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4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4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4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4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4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4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4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4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4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4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4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4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4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4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4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4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4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4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4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4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4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4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4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4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4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4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4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4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4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4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4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4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4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4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4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4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4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4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4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4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4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4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4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4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4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4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4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4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4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4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4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4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4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7" name="Google Shape;4137;p74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4138" name="Google Shape;4138;p74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4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4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4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4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4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4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4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4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4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4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4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4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4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4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4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4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4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4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4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4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4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4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4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4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4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4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4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4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4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4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4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4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4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4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4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4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4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4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4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4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4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4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4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4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4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4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4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4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4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4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89" name="Google Shape;4189;p74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190" name="Google Shape;4190;p74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4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2" name="Google Shape;4192;p74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193" name="Google Shape;4193;p74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4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5" name="Google Shape;4195;p74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196" name="Google Shape;4196;p74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4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8" name="Google Shape;4198;p74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199" name="Google Shape;4199;p74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4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1" name="Google Shape;4201;p74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202" name="Google Shape;4202;p74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4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4" name="Google Shape;4204;p74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5" name="Google Shape;4205;p74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206" name="Google Shape;4206;p74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4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4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9" name="Google Shape;4209;p74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210" name="Google Shape;4210;p74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4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4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3" name="Google Shape;4213;p74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4" name="Google Shape;4214;p74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215" name="Google Shape;4215;p74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4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7" name="Google Shape;4217;p74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8" name="Google Shape;4218;p74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9" name="Google Shape;4219;p74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220" name="Google Shape;4220;p74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4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4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4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4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4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4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4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4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4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0" name="Google Shape;4230;p74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231" name="Google Shape;4231;p74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232" name="Google Shape;4232;p74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74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74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74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74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74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74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74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74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74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42" name="Google Shape;4242;p74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3" name="Google Shape;4243;p74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244" name="Google Shape;4244;p74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245" name="Google Shape;4245;p74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246" name="Google Shape;4246;p74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7" name="Google Shape;4247;p74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8" name="Google Shape;4248;p74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9" name="Google Shape;4249;p74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0" name="Google Shape;4250;p74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51" name="Google Shape;4251;p74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74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74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74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55" name="Google Shape;4255;p74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6" name="Google Shape;4256;p74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257" name="Google Shape;4257;p74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258" name="Google Shape;4258;p74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259" name="Google Shape;4259;p74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0" name="Google Shape;4260;p74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1" name="Google Shape;4261;p74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2" name="Google Shape;4262;p74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3" name="Google Shape;4263;p74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4" name="Google Shape;4264;p74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5" name="Google Shape;4265;p74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6" name="Google Shape;4266;p74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7" name="Google Shape;4267;p74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68" name="Google Shape;4268;p74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74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74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74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72" name="Google Shape;4272;p74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3" name="Google Shape;4273;p74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4274" name="Google Shape;4274;p74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4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4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4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4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4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4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4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4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4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4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4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4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4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4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4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4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4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4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4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4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4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4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4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4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4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4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4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4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4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4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4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4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4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4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4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4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4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4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4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4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4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4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4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4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4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4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4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4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4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4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4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4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4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4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4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4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4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4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4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4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4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4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4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4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4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4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4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4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4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4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4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4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4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4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4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4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4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4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4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4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4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4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4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4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4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4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4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4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4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4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4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4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4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4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4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4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4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4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4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4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4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4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4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4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4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4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4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4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4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4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4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4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4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4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4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4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4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4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4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4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4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4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4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4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4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4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4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4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4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4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4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4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4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4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4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4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4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4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4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4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4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4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4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4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4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4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4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4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4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4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4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4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4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4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4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4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4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4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4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4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4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4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4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4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4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4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4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4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4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4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4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4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4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4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4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4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4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4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4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4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4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4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4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4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4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4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4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4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4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4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4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4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4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4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4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4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4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4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4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4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4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4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4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4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4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4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4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4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4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4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4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4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4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4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4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4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4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4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4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4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4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4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4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4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4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4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4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4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4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4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4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4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4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4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4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4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4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4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4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4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4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4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4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4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4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4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4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4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4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4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4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4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4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4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4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4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4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4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4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4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4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4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4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4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4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4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4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4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4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4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4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4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4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4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4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4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4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4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4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4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4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4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4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4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4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4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4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4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4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4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4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4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4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4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4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4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4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4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4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4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4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4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4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4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4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4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4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4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4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4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4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4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4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4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4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4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4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4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4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4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4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4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4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4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4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4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4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4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4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4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4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4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4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4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4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4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4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4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4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4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4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4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4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4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4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4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4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4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4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4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4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4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4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4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4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4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4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4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4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4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4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4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4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4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4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4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4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4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4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4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4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4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4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4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4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4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4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4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4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4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4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4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4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4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4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4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4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4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4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4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4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4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4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4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4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4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4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4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4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4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4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4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4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4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4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4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4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4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4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4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4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4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4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4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4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4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4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4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4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4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4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4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4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4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4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4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4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4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4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4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4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4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4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4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4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4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4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4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4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4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4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4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4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4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4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4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4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4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4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4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4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4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4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4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4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4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4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4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4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4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4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4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4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4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4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4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4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4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4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4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4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4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4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4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4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4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4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4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4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4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4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4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4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4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4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4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4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4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4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4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4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4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4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4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4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4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4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4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4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4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4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4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4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4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4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4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4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4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4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4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4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4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4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4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4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4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4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4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4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4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4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4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4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4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4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4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4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4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4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4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4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4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4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4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4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4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4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4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4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4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4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4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4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4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4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4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4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4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4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4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4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4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4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4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4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4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4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4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4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4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4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4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4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4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4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4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4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4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4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4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4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4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4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4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4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4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4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4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4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4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4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4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4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4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4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4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4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4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4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4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4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4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4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4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4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4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4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4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4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4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4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4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4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4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4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4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4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4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4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4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4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4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4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4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4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4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4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4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4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4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4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4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4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4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4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4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4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4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4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4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4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4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4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4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4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4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4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4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4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4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4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4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4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4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74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4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4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4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4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4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4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4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4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4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4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4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4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4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4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4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4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74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4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4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4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4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4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4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4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4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4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4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4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4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4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4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4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4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4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4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4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4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4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4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4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4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4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4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4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4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4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4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4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4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4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4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4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4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4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4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4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4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4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4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4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4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4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4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4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4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4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4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4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4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4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4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4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4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4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4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4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4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4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4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4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4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4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4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4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4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4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4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4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4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4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4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4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4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4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4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4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4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4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4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4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4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4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4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4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4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4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4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4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4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4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4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4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4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4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4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4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4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4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4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4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4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4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4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4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4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4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4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4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4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4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4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4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4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4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4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4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4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4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4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4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4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4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4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4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4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4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4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4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4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4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4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4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4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4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4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4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4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4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4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4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4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4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4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4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4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4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4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4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4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4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4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4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4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4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4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4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4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4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4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4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4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4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4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4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4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4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4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4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4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4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4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4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4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4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4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4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4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4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4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4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4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4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4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4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4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4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4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4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4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4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4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4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4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4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4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4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4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4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4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4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4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4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4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4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4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4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4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4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4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4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4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4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4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4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4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4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4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4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4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4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4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4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4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4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4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4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4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4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4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4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4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4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4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4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4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4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4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4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4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4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4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4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4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4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4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4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4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4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4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4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4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4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4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4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4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4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4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4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4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4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4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4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4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4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4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4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4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4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4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4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4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4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4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4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4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4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4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4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4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4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4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4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4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4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4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4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4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4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4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4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4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4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4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4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4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4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4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4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4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4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4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4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4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4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4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4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4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4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4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4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4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4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4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4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4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4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4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4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4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4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4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4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4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4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4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4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4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4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4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4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4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4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4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4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4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4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4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4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4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4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4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4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4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4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4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4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4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4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4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4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4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4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4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4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4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4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4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4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4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4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4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4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4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4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4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4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4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4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4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4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4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4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4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4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4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4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4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4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4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4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4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4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4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4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4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4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4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4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4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4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4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4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4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4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4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4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4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4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4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4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4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4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4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4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4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4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4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4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4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4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4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4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74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74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4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4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74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74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74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4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4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4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4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74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74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4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4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4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4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74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74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4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74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74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4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4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4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74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74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4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4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4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74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4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4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74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74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74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4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4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4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4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4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4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4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4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4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4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4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4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4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4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4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4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4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4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4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4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4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4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74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74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4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4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4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4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4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4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4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4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4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74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74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74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4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4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4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4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4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4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4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4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4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4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4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4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4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4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4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4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4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4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4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4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74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74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4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4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4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4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4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4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4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4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4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4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4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4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4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4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4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4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4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4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4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4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74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74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4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4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4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4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74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74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74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4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74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74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74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74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74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74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74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74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4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74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74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4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74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74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74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4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4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4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4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4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4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74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74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4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4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4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4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4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4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4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4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4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4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4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4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4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4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4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74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74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74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4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4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74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74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4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4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4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74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74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74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4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4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4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74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74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4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4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74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74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74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74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74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74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74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74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74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74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74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74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74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74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74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74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74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74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74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74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74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74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74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74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74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4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4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4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4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4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4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4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4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4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4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4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74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74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4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4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4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4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4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4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4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4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4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4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4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4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4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4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4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74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74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74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4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4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4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4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4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4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4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4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4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4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4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4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4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4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4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4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4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4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4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4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4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4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4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4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4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4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4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4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4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4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4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4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4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4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4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4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4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4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4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4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4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4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4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4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4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4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4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4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4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4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4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4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4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4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4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4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4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4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4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4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4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4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4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4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4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4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4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4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74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4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4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4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4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4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4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4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4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4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4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4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4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4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4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4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4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4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4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4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4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4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4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4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4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4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4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4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4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4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4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4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4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4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4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4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4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4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4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4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4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4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4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4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74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74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4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4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4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4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4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4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4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4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4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4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4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4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4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4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4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4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4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4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4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4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4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4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4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4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4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4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4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4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4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4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4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4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4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4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4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4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4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4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4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4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4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4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4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4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74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4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4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4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4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4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4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4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4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4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4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4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4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4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4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4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4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4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4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74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4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4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4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4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4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4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4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74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4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4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4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4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4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4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4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74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4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4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4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4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4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4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4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4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4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4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4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4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4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4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74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4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4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74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74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4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74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74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4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4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4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4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4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4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4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74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4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4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4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74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4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4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4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4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4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4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4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4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4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74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74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4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4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4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4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4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4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4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4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4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4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4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4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4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74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74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4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4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4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4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4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4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4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4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4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4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4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4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4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4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4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74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74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4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4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4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4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74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4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4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4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4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4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4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4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4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4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4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4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4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4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4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4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4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74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4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4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4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4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4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4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4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4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4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4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4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4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4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4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4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4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4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4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4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4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4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4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4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4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4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4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4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4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4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4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4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4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4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74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4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4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4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4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4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4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4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4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4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4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4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4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4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4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4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4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4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4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4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4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4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4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4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4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4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4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4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4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4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4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4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4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4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4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4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4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4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4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4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4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4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4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4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4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4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4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4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4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4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4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4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4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4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4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4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4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4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4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4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4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4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4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4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4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4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4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4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4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4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4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4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4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4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4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4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4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4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4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74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74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4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4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4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4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74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4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4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4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4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4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4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74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4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4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4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74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74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4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4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4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4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4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74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4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4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4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4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4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4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4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4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4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4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4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4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4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4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4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4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74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4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4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4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4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4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4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4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4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4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4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4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4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4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74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4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4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74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74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4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4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4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4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4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74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4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4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4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4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4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74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4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4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4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4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4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4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4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4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4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4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4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4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4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4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4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4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4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4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4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4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74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4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4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4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4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4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4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4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4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4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4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4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4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4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4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4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4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4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4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4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4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4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4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4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4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4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4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4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4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4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4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4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4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4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4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4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4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4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4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4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4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4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4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4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4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4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4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4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4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4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4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4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4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4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4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4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4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4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4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4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4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4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4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4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4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4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4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4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4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4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4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4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4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4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4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4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4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4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4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4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4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4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4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4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4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4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4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4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4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4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4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4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4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4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4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4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4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4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4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4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4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74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74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4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4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4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4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4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4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74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74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4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4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4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4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4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4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4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4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4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4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4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4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4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4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4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4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4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4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4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4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4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4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4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4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4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4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4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4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4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74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4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4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4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4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4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4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4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4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4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4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4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4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4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4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4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4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4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4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4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4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4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4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4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4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4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4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4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4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4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4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4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4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4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4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4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4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4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4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4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4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4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4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4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4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4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4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4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74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4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4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4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4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4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4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4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4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4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4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4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4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4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4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4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74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74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4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4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4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4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74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4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4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4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4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4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4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4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4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74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74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4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4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4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4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4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4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4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4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74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4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4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4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74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4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4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4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4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4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4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74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4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4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4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4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4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4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4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4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4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4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4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4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4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4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4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4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4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4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4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4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4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4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4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4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4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4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4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4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4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4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4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4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4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4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4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4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4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4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4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4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4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4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4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4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4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4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4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4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4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4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4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4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4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4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4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4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4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4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4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4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4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4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4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4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4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4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4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4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74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74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4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4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4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4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4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4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4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4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4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4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4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4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4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4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4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4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4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4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4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4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4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4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4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4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4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4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4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4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4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4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4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4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4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4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4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4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4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4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74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4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4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4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74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4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4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4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4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4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4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4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4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4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4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4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4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4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4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4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4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4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4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4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4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4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4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4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4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4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4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4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4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4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4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4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4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4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4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4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4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4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4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4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4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4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4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4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4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4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4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4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4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4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4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4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4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4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4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4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4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4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4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4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4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4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74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4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4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4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4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4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4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4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4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4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4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4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4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4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4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4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4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4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4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74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4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4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4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4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4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4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74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4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4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4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4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4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4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4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4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4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4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4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4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4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4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4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4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4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4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4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4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4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4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4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4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4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4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74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4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4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4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4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4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4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74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4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4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4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4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74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74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4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4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4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4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4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4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4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4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4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74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4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4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4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4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4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4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4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74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4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4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4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4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4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4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4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74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4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4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4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4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4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4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4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74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4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4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74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74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4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4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4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4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4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4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4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4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74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4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4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4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4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4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4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4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4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4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4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4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4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4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4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4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4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4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4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4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4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4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4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4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4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4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4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4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4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4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4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4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4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4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4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4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4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4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4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4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74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4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4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4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4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4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4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4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4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4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4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4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4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4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4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74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74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4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74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4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4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4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74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74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4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4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4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74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4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4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4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74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4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4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4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4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4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4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4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4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4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74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4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4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4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4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4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4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4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4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4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4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74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4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4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4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4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4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4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4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4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4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4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4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4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4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4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4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4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4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4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4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4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4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4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4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4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4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4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4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74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4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74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74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4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74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74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74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74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4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4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74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74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4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4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74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74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4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74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74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4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4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4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4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74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4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4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4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4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4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74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74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74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74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4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4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4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4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4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4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74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74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4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4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74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74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4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74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74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74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4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4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4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4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4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4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4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4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4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74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74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74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74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4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4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74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4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4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4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74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74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4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4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4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74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4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4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4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74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74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4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4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4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4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4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74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74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4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74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74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74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74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4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4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4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4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4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4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4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74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74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4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74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4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74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74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4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4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4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4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4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4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4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4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4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4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4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4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4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4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4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4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4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4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4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4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4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4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4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4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4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4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4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4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4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4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4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4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4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4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4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4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4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4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4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4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4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4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4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4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4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4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4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4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4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4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4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4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4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74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4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4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4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74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74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4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4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4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4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4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4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4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4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74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4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4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4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4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4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4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4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4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4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4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4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74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74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4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4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74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4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4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4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4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4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4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74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4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4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4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4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4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4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4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4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4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4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4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4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4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4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4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4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4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4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4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74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4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4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74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4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74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74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4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74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4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4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4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4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74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4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4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74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74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4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74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74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74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4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4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4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74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4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4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4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4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74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4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74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74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4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4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74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74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74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74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74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74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74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4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4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4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74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4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4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4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4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4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4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4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4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4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4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74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4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4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74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74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4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4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4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74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74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74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4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74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74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74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4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4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4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4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74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74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4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74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74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4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4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4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4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4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4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4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4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4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4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4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4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4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4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4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4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4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4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4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4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74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74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4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4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4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74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74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4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4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4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4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4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4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4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4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74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4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4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74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4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4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74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74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4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4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4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4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4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74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4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4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4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4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74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4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4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4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4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74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74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4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4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4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4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4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4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74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4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4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4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4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74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4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4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74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4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74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74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74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4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4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4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4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4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4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74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74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74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4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4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4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4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4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4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4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4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4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4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4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74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4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4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4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4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4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4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4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4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74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74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74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4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4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74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74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4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4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4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4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4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4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4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4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4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4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74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4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4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4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4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4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4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4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4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4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4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4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4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4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4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4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74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74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4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4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4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4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4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74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74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74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74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74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74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4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4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4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4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4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4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4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4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4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4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4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4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4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4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4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4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4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4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4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4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4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4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4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4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4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4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4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4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74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74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4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4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4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4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4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4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4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4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4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4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4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4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4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4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4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4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4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4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4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4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4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4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4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4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4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4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4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4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4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4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4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4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4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4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4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74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4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4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4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4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74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4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4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4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74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74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4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4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4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4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4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4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74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4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4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4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4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4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4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4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4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4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4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74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4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4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4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4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4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4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4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4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4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4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4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4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4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4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4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4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4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4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4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4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4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4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4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4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4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4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4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4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4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4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4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74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74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74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4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4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4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4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4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4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4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4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4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4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4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4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4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4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74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4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4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4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4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4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4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4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4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4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4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4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4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4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4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4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4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4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4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4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4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74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74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4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4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4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4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4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4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4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4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4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4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4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74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4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4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4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4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4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4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4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4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4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4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4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4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4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4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4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4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4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4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4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74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4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4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4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4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4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4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4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4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4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4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4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4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4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4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4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4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4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4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4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4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4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4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4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4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4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4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4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4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4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4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4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4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4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4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4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4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4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4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4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4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4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4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4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4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4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4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4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4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74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4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4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4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4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4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4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4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4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4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4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4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4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4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4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4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4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4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74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4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4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4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4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4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4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4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4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4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4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74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4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4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74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74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4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4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4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4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4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4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4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4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4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4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4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4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4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4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4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4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4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4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4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4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4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4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4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4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4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4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4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4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4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4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4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4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4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4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4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4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4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4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4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4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4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4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4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4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74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4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4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4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4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4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4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4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4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4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4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4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4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4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4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4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4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4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4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4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4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4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4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4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4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4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4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4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4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4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4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4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4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4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4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4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4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4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4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4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4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4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4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4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4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4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4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4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4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4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4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4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4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4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4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4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4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4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4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4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4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4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4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4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4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4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4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4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4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4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4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4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4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4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4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4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4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4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4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4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4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4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4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4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4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4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4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4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4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4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4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4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4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4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4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4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4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4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4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4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4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4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4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4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4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4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4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4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4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4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4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4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4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4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4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4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4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4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4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4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4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4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4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4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4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4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4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4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4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4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4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4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4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4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4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4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4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4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4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4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4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4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4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4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4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4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4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4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4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4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4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4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4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4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4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4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4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4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4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4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4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4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4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4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4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4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4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4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4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4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4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4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4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4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4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4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4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4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4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4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4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4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4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4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4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4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4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4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4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4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4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4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4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4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4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4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4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4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4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4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4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4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4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4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4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4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4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4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4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4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4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4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4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4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4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4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4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4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4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4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4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4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4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4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4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4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4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4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4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4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4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4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4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4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4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4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4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4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4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4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4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4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4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4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4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4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4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4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4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4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4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4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4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4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4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4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4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4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4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4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4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4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4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4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4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4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4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4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4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4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4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4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4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4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4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4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4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4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4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4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4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4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4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4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4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4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4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4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4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4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4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4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4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4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4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4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4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4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4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4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4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4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4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4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4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4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4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4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4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4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4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4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4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4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4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4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4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4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4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4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4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4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4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4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4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4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4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4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4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4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4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4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4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4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4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4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4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4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4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4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4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4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4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4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4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4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4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4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4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4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4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4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4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4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4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4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4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4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4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4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4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4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4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4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4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4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4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4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4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4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4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4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4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4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4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4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4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4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4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4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4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4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4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4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4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4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4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4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4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4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4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4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4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4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4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4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4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4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4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4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4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4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4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4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4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4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4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4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4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4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4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4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4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4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4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4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4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4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4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4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4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4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4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4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4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4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4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4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4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4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4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4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4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4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4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4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4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4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4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4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4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4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4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4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4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4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4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4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4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4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4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4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4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4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4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4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4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4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4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4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4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4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4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4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4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4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4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4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4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4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4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4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4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4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4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4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4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4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4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4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4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4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4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4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4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4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4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4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4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4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4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4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4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4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4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4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4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4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4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4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4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4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4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4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4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4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4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4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4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4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4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4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4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4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4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4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4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4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4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4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4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4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4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4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4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4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4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4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4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4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4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4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4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4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4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4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4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4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4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4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4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4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4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4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4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4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4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4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4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4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4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4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4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4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4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4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4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4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4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4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4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4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4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4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4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4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4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4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4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4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4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4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4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4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4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4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4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4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4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4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4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4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4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4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4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4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4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4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4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4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4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4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4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4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4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4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4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4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4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4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4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4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4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4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4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4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4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4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4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4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4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4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4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4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4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4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4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4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4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4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4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4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4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4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4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4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4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4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4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4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4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4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4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4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4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4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4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4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4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4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4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4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4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4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4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4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4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4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4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4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4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4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4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4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4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4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4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4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4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4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4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4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4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4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4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4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4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4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4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4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4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4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4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4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4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4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4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4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4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4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4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4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4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4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4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4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4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4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4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4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4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4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4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4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4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4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4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4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4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4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4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4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4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4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4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4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4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4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4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4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4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4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4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4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4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4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4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4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4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4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4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4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4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4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4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4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4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4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4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4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4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4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74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8242" name="Google Shape;8242;p74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8243" name="Google Shape;8243;p74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244" name="Google Shape;8244;p74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8245" name="Google Shape;8245;p74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6" name="Google Shape;8246;p74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47" name="Google Shape;8247;p74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8248" name="Google Shape;8248;p74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9" name="Google Shape;8249;p74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50" name="Google Shape;8250;p74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8251" name="Google Shape;8251;p74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8252" name="Google Shape;8252;p74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3" name="Google Shape;8253;p74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54" name="Google Shape;8254;p74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8255" name="Google Shape;8255;p74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6" name="Google Shape;8256;p74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57" name="Google Shape;8257;p74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8258" name="Google Shape;8258;p74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9" name="Google Shape;8259;p74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0" name="Google Shape;8260;p74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8261" name="Google Shape;8261;p74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2" name="Google Shape;8262;p74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3" name="Google Shape;8263;p74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8264" name="Google Shape;8264;p74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5" name="Google Shape;8265;p74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66" name="Google Shape;8266;p74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8267" name="Google Shape;8267;p74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8268" name="Google Shape;8268;p74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9" name="Google Shape;8269;p74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0" name="Google Shape;8270;p74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1" name="Google Shape;8271;p74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2" name="Google Shape;8272;p74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3" name="Google Shape;8273;p74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4" name="Google Shape;8274;p74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8275" name="Google Shape;8275;p74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6" name="Google Shape;8276;p74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7" name="Google Shape;8277;p74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8278" name="Google Shape;8278;p74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9" name="Google Shape;8279;p74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0" name="Google Shape;8280;p74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8281" name="Google Shape;8281;p74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2" name="Google Shape;8282;p74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3" name="Google Shape;8283;p74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8284" name="Google Shape;8284;p74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5" name="Google Shape;8285;p74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6" name="Google Shape;8286;p74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8287" name="Google Shape;8287;p74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8" name="Google Shape;8288;p74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9" name="Google Shape;8289;p74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8290" name="Google Shape;8290;p74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1" name="Google Shape;8291;p74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92" name="Google Shape;8292;p74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8293" name="Google Shape;8293;p74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4" name="Google Shape;8294;p74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95" name="Google Shape;8295;p74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8296" name="Google Shape;8296;p74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8297" name="Google Shape;8297;p74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8" name="Google Shape;8298;p74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9" name="Google Shape;8299;p74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0" name="Google Shape;8300;p74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8301" name="Google Shape;8301;p74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2" name="Google Shape;8302;p74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3" name="Google Shape;8303;p74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8304" name="Google Shape;8304;p74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5" name="Google Shape;8305;p74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6" name="Google Shape;8306;p74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8307" name="Google Shape;8307;p74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8" name="Google Shape;8308;p74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9" name="Google Shape;8309;p74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8310" name="Google Shape;8310;p74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1" name="Google Shape;8311;p74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12" name="Google Shape;8312;p74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8313" name="Google Shape;8313;p74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8314" name="Google Shape;8314;p74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5" name="Google Shape;8315;p74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6" name="Google Shape;8316;p74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7" name="Google Shape;8317;p74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18" name="Google Shape;8318;p74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8319" name="Google Shape;8319;p74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0" name="Google Shape;8320;p74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1" name="Google Shape;8321;p74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8322" name="Google Shape;8322;p74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3" name="Google Shape;8323;p74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4" name="Google Shape;8324;p74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8325" name="Google Shape;8325;p74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6" name="Google Shape;8326;p74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7" name="Google Shape;8327;p74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8328" name="Google Shape;8328;p74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9" name="Google Shape;8329;p74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0" name="Google Shape;8330;p74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8331" name="Google Shape;8331;p74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2" name="Google Shape;8332;p74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3" name="Google Shape;8333;p74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8334" name="Google Shape;8334;p74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5" name="Google Shape;8335;p74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36" name="Google Shape;8336;p74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8337" name="Google Shape;8337;p74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38" name="Google Shape;8338;p74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8339" name="Google Shape;8339;p74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0" name="Google Shape;8340;p74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41" name="Google Shape;8341;p74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8342" name="Google Shape;8342;p74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3" name="Google Shape;8343;p74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44" name="Google Shape;8344;p74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8345" name="Google Shape;8345;p74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8346" name="Google Shape;8346;p74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7" name="Google Shape;8347;p74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8" name="Google Shape;8348;p74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9" name="Google Shape;8349;p74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0" name="Google Shape;8350;p74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1" name="Google Shape;8351;p74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2" name="Google Shape;8352;p74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8353" name="Google Shape;8353;p74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4" name="Google Shape;8354;p74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5" name="Google Shape;8355;p74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8356" name="Google Shape;8356;p74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7" name="Google Shape;8357;p74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8" name="Google Shape;8358;p74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8359" name="Google Shape;8359;p74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0" name="Google Shape;8360;p74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1" name="Google Shape;8361;p74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8362" name="Google Shape;8362;p74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3" name="Google Shape;8363;p74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4" name="Google Shape;8364;p74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8365" name="Google Shape;8365;p74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6" name="Google Shape;8366;p74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7" name="Google Shape;8367;p74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8368" name="Google Shape;8368;p74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9" name="Google Shape;8369;p74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0" name="Google Shape;8370;p74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8371" name="Google Shape;8371;p74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2" name="Google Shape;8372;p74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3" name="Google Shape;8373;p74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8374" name="Google Shape;8374;p74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5" name="Google Shape;8375;p74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6" name="Google Shape;8376;p74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8377" name="Google Shape;8377;p74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8" name="Google Shape;8378;p74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79" name="Google Shape;8379;p74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8380" name="Google Shape;8380;p74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8381" name="Google Shape;8381;p74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2" name="Google Shape;8382;p74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3" name="Google Shape;8383;p74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4" name="Google Shape;8384;p74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5" name="Google Shape;8385;p74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6" name="Google Shape;8386;p74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7" name="Google Shape;8387;p74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8" name="Google Shape;8388;p74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9" name="Google Shape;8389;p74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0" name="Google Shape;8390;p74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1" name="Google Shape;8391;p74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2" name="Google Shape;8392;p74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3" name="Google Shape;8393;p74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4" name="Google Shape;8394;p74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5" name="Google Shape;8395;p74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6" name="Google Shape;8396;p74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7" name="Google Shape;8397;p74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98" name="Google Shape;8398;p74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8399" name="Google Shape;8399;p74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0" name="Google Shape;8400;p74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1" name="Google Shape;8401;p74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8402" name="Google Shape;8402;p74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3" name="Google Shape;8403;p74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4" name="Google Shape;8404;p74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8405" name="Google Shape;8405;p74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6" name="Google Shape;8406;p74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7" name="Google Shape;8407;p74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8408" name="Google Shape;8408;p74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9" name="Google Shape;8409;p74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0" name="Google Shape;8410;p74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8411" name="Google Shape;8411;p74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2" name="Google Shape;8412;p74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3" name="Google Shape;8413;p74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8414" name="Google Shape;8414;p74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5" name="Google Shape;8415;p74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6" name="Google Shape;8416;p74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8417" name="Google Shape;8417;p74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8" name="Google Shape;8418;p74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9" name="Google Shape;8419;p74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8420" name="Google Shape;8420;p74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1" name="Google Shape;8421;p74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2" name="Google Shape;8422;p74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8423" name="Google Shape;8423;p74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4" name="Google Shape;8424;p74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5" name="Google Shape;8425;p74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8426" name="Google Shape;8426;p74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7" name="Google Shape;8427;p74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8" name="Google Shape;8428;p74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8429" name="Google Shape;8429;p74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0" name="Google Shape;8430;p74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1" name="Google Shape;8431;p74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8432" name="Google Shape;8432;p74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3" name="Google Shape;8433;p74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4" name="Google Shape;8434;p74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8435" name="Google Shape;8435;p74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6" name="Google Shape;8436;p74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437" name="Google Shape;8437;p74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8438" name="Google Shape;8438;p74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439" name="Google Shape;8439;p74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8440" name="Google Shape;8440;p74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1" name="Google Shape;8441;p74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442" name="Google Shape;8442;p74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8443" name="Google Shape;8443;p74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4" name="Google Shape;8444;p74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8445" name="Google Shape;8445;p74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8446" name="Google Shape;8446;p74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47" name="Google Shape;8447;p74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48" name="Google Shape;8448;p74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49" name="Google Shape;8449;p74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50" name="Google Shape;8450;p74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51" name="Google Shape;8451;p74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52" name="Google Shape;8452;p74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53" name="Google Shape;8453;p74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8454" name="Google Shape;8454;p74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8455" name="Google Shape;8455;p74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56" name="Google Shape;8456;p74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57" name="Google Shape;8457;p74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58" name="Google Shape;8458;p74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59" name="Google Shape;8459;p74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0" name="Google Shape;8460;p74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1" name="Google Shape;8461;p74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2" name="Google Shape;8462;p74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3" name="Google Shape;8463;p74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4" name="Google Shape;8464;p74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5" name="Google Shape;8465;p74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6" name="Google Shape;8466;p74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7" name="Google Shape;8467;p74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8" name="Google Shape;8468;p74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8469" name="Google Shape;8469;p74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8470" name="Google Shape;8470;p74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1" name="Google Shape;8471;p74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2" name="Google Shape;8472;p74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3" name="Google Shape;8473;p74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4" name="Google Shape;8474;p74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5" name="Google Shape;8475;p74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6" name="Google Shape;8476;p74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7" name="Google Shape;8477;p74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8" name="Google Shape;8478;p74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9" name="Google Shape;8479;p74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0" name="Google Shape;8480;p74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1" name="Google Shape;8481;p74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2" name="Google Shape;8482;p74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3" name="Google Shape;8483;p74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4" name="Google Shape;8484;p74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5" name="Google Shape;8485;p74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6" name="Google Shape;8486;p74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7" name="Google Shape;8487;p74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8" name="Google Shape;8488;p74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9" name="Google Shape;8489;p74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90" name="Google Shape;8490;p74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91" name="Google Shape;8491;p74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92" name="Google Shape;8492;p74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93" name="Google Shape;8493;p74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8494" name="Google Shape;8494;p74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8495" name="Google Shape;8495;p74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8496" name="Google Shape;8496;p74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8497" name="Google Shape;8497;p74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98" name="Google Shape;8498;p74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99" name="Google Shape;8499;p74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00" name="Google Shape;8500;p74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01" name="Google Shape;8501;p74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02" name="Google Shape;8502;p74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03" name="Google Shape;8503;p74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8504" name="Google Shape;8504;p74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8505" name="Google Shape;8505;p74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06" name="Google Shape;8506;p74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07" name="Google Shape;8507;p74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08" name="Google Shape;8508;p74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09" name="Google Shape;8509;p74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0" name="Google Shape;8510;p74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1" name="Google Shape;8511;p74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2" name="Google Shape;8512;p74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3" name="Google Shape;8513;p74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4" name="Google Shape;8514;p74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5" name="Google Shape;8515;p74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6" name="Google Shape;8516;p74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7" name="Google Shape;8517;p74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8518" name="Google Shape;8518;p74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8519" name="Google Shape;8519;p74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0" name="Google Shape;8520;p74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1" name="Google Shape;8521;p74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2" name="Google Shape;8522;p74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3" name="Google Shape;8523;p74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4" name="Google Shape;8524;p74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5" name="Google Shape;8525;p74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8526" name="Google Shape;8526;p74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8527" name="Google Shape;8527;p74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528" name="Google Shape;8528;p74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529" name="Google Shape;8529;p74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530" name="Google Shape;8530;p74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531" name="Google Shape;8531;p74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8532" name="Google Shape;8532;p74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8533" name="Google Shape;8533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534" name="Google Shape;8534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535" name="Google Shape;8535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536" name="Google Shape;8536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8537" name="Google Shape;8537;p74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38" name="Google Shape;8538;p74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39" name="Google Shape;8539;p74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8540" name="Google Shape;8540;p74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541" name="Google Shape;8541;p74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8542" name="Google Shape;8542;p74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3" name="Google Shape;8543;p74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4" name="Google Shape;8544;p74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8545" name="Google Shape;8545;p74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6" name="Google Shape;8546;p74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7" name="Google Shape;8547;p74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8548" name="Google Shape;8548;p74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9" name="Google Shape;8549;p74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0" name="Google Shape;8550;p74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8551" name="Google Shape;8551;p74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2" name="Google Shape;8552;p74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3" name="Google Shape;8553;p74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8554" name="Google Shape;8554;p74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5" name="Google Shape;8555;p74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6" name="Google Shape;8556;p74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8557" name="Google Shape;8557;p74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8" name="Google Shape;8558;p74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9" name="Google Shape;8559;p74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8560" name="Google Shape;8560;p74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1" name="Google Shape;8561;p74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2" name="Google Shape;8562;p74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8563" name="Google Shape;8563;p74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4" name="Google Shape;8564;p74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5" name="Google Shape;8565;p74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8566" name="Google Shape;8566;p74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7" name="Google Shape;8567;p74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8" name="Google Shape;8568;p74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8569" name="Google Shape;8569;p74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0" name="Google Shape;8570;p74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1" name="Google Shape;8571;p74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8572" name="Google Shape;8572;p74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3" name="Google Shape;8573;p74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4" name="Google Shape;8574;p74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8575" name="Google Shape;8575;p74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6" name="Google Shape;8576;p74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7" name="Google Shape;8577;p74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8578" name="Google Shape;8578;p74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9" name="Google Shape;8579;p74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0" name="Google Shape;8580;p74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8581" name="Google Shape;8581;p74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2" name="Google Shape;8582;p74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3" name="Google Shape;8583;p74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8584" name="Google Shape;8584;p74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5" name="Google Shape;8585;p74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6" name="Google Shape;8586;p74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8587" name="Google Shape;8587;p74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8" name="Google Shape;8588;p74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9" name="Google Shape;8589;p74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8590" name="Google Shape;8590;p74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1" name="Google Shape;8591;p74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2" name="Google Shape;8592;p74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8593" name="Google Shape;8593;p74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4" name="Google Shape;8594;p74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5" name="Google Shape;8595;p74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8596" name="Google Shape;8596;p74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7" name="Google Shape;8597;p74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8" name="Google Shape;8598;p74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8599" name="Google Shape;8599;p74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0" name="Google Shape;8600;p74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1" name="Google Shape;8601;p74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8602" name="Google Shape;8602;p74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3" name="Google Shape;8603;p74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4" name="Google Shape;8604;p74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8605" name="Google Shape;8605;p74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6" name="Google Shape;8606;p74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7" name="Google Shape;8607;p74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8608" name="Google Shape;8608;p74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9" name="Google Shape;8609;p74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0" name="Google Shape;8610;p74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8611" name="Google Shape;8611;p74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2" name="Google Shape;8612;p74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3" name="Google Shape;8613;p74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8614" name="Google Shape;8614;p74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5" name="Google Shape;8615;p74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6" name="Google Shape;8616;p74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8617" name="Google Shape;8617;p74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8" name="Google Shape;8618;p74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9" name="Google Shape;8619;p74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8620" name="Google Shape;8620;p74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1" name="Google Shape;8621;p74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2" name="Google Shape;8622;p74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8623" name="Google Shape;8623;p74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4" name="Google Shape;8624;p74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5" name="Google Shape;8625;p74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8626" name="Google Shape;8626;p74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7" name="Google Shape;8627;p74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8" name="Google Shape;8628;p74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8629" name="Google Shape;8629;p74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0" name="Google Shape;8630;p74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1" name="Google Shape;8631;p74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8632" name="Google Shape;8632;p74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3" name="Google Shape;8633;p74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4" name="Google Shape;8634;p74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8635" name="Google Shape;8635;p74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6" name="Google Shape;8636;p74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7" name="Google Shape;8637;p74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8638" name="Google Shape;8638;p74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9" name="Google Shape;8639;p74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0" name="Google Shape;8640;p74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8641" name="Google Shape;8641;p74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2" name="Google Shape;8642;p74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3" name="Google Shape;8643;p74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8644" name="Google Shape;8644;p74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5" name="Google Shape;8645;p74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6" name="Google Shape;8646;p74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8647" name="Google Shape;8647;p74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8" name="Google Shape;8648;p74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9" name="Google Shape;8649;p74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8650" name="Google Shape;8650;p74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1" name="Google Shape;8651;p74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2" name="Google Shape;8652;p74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8653" name="Google Shape;8653;p74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4" name="Google Shape;8654;p74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5" name="Google Shape;8655;p74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8656" name="Google Shape;8656;p74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7" name="Google Shape;8657;p74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8" name="Google Shape;8658;p74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8659" name="Google Shape;8659;p74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0" name="Google Shape;8660;p74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1" name="Google Shape;8661;p74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8662" name="Google Shape;8662;p74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3" name="Google Shape;8663;p74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4" name="Google Shape;8664;p74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8665" name="Google Shape;8665;p74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6" name="Google Shape;8666;p74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7" name="Google Shape;8667;p74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8668" name="Google Shape;8668;p74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9" name="Google Shape;8669;p74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0" name="Google Shape;8670;p74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8671" name="Google Shape;8671;p74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2" name="Google Shape;8672;p74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3" name="Google Shape;8673;p74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8674" name="Google Shape;8674;p74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5" name="Google Shape;8675;p74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6" name="Google Shape;8676;p74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8677" name="Google Shape;8677;p74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8" name="Google Shape;8678;p74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9" name="Google Shape;8679;p74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8680" name="Google Shape;8680;p74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1" name="Google Shape;8681;p74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2" name="Google Shape;8682;p74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8683" name="Google Shape;8683;p74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4" name="Google Shape;8684;p74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5" name="Google Shape;8685;p74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8686" name="Google Shape;8686;p74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7" name="Google Shape;8687;p74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8" name="Google Shape;8688;p74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8689" name="Google Shape;8689;p74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0" name="Google Shape;8690;p74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1" name="Google Shape;8691;p74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8692" name="Google Shape;8692;p74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3" name="Google Shape;8693;p74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4" name="Google Shape;8694;p74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8695" name="Google Shape;8695;p74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6" name="Google Shape;8696;p74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7" name="Google Shape;8697;p74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8698" name="Google Shape;8698;p74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9" name="Google Shape;8699;p74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0" name="Google Shape;8700;p74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8701" name="Google Shape;8701;p74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2" name="Google Shape;8702;p74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3" name="Google Shape;8703;p74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8704" name="Google Shape;8704;p74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5" name="Google Shape;8705;p74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6" name="Google Shape;8706;p74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8707" name="Google Shape;8707;p74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8" name="Google Shape;8708;p74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9" name="Google Shape;8709;p74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8710" name="Google Shape;8710;p74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1" name="Google Shape;8711;p74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2" name="Google Shape;8712;p74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8713" name="Google Shape;8713;p74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4" name="Google Shape;8714;p74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5" name="Google Shape;8715;p74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8716" name="Google Shape;8716;p74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7" name="Google Shape;8717;p74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8" name="Google Shape;8718;p74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8719" name="Google Shape;8719;p74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0" name="Google Shape;8720;p74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1" name="Google Shape;8721;p74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8722" name="Google Shape;8722;p74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3" name="Google Shape;8723;p74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4" name="Google Shape;8724;p74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8725" name="Google Shape;8725;p74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6" name="Google Shape;8726;p74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27" name="Google Shape;8727;p74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74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29" name="Google Shape;8729;p74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8730" name="Google Shape;8730;p74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1" name="Google Shape;8731;p74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2" name="Google Shape;8732;p74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8733" name="Google Shape;8733;p74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4" name="Google Shape;8734;p74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35" name="Google Shape;8735;p74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6" name="Google Shape;8736;p74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37" name="Google Shape;8737;p74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8738" name="Google Shape;8738;p74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9" name="Google Shape;8739;p74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0" name="Google Shape;8740;p74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8741" name="Google Shape;8741;p74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2" name="Google Shape;8742;p74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3" name="Google Shape;8743;p74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8744" name="Google Shape;8744;p74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5" name="Google Shape;8745;p74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6" name="Google Shape;8746;p74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8747" name="Google Shape;8747;p74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8" name="Google Shape;8748;p74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9" name="Google Shape;8749;p74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8750" name="Google Shape;8750;p74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1" name="Google Shape;8751;p74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2" name="Google Shape;8752;p74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8753" name="Google Shape;8753;p74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4" name="Google Shape;8754;p74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5" name="Google Shape;8755;p74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8756" name="Google Shape;8756;p74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7" name="Google Shape;8757;p74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8" name="Google Shape;8758;p74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8759" name="Google Shape;8759;p74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0" name="Google Shape;8760;p74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1" name="Google Shape;8761;p74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8762" name="Google Shape;8762;p74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3" name="Google Shape;8763;p74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4" name="Google Shape;8764;p74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8765" name="Google Shape;8765;p74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6" name="Google Shape;8766;p74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7" name="Google Shape;8767;p74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8768" name="Google Shape;8768;p74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9" name="Google Shape;8769;p74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0" name="Google Shape;8770;p74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8771" name="Google Shape;8771;p74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2" name="Google Shape;8772;p74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73" name="Google Shape;8773;p74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4" name="Google Shape;8774;p74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75" name="Google Shape;8775;p74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8776" name="Google Shape;8776;p74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7" name="Google Shape;8777;p74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8" name="Google Shape;8778;p74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8779" name="Google Shape;8779;p74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0" name="Google Shape;8780;p74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1" name="Google Shape;8781;p74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8782" name="Google Shape;8782;p74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3" name="Google Shape;8783;p74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4" name="Google Shape;8784;p74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8785" name="Google Shape;8785;p74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6" name="Google Shape;8786;p74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7" name="Google Shape;8787;p74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8788" name="Google Shape;8788;p74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9" name="Google Shape;8789;p74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0" name="Google Shape;8790;p74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8791" name="Google Shape;8791;p74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2" name="Google Shape;8792;p74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3" name="Google Shape;8793;p74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8794" name="Google Shape;8794;p74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5" name="Google Shape;8795;p74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6" name="Google Shape;8796;p74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8797" name="Google Shape;8797;p74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8" name="Google Shape;8798;p74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9" name="Google Shape;8799;p74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8800" name="Google Shape;8800;p74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1" name="Google Shape;8801;p74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2" name="Google Shape;8802;p74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8803" name="Google Shape;8803;p74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4" name="Google Shape;8804;p74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5" name="Google Shape;8805;p74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8806" name="Google Shape;8806;p74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7" name="Google Shape;8807;p74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8" name="Google Shape;8808;p74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8809" name="Google Shape;8809;p74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0" name="Google Shape;8810;p74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1" name="Google Shape;8811;p74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8812" name="Google Shape;8812;p74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3" name="Google Shape;8813;p74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4" name="Google Shape;8814;p74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8815" name="Google Shape;8815;p74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6" name="Google Shape;8816;p74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7" name="Google Shape;8817;p74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8818" name="Google Shape;8818;p74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9" name="Google Shape;8819;p74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0" name="Google Shape;8820;p74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8821" name="Google Shape;8821;p74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2" name="Google Shape;8822;p74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3" name="Google Shape;8823;p74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8824" name="Google Shape;8824;p74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5" name="Google Shape;8825;p74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6" name="Google Shape;8826;p74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8827" name="Google Shape;8827;p74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8" name="Google Shape;8828;p74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9" name="Google Shape;8829;p74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8830" name="Google Shape;8830;p74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1" name="Google Shape;8831;p74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2" name="Google Shape;8832;p74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8833" name="Google Shape;8833;p74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4" name="Google Shape;8834;p74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5" name="Google Shape;8835;p74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8836" name="Google Shape;8836;p74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7" name="Google Shape;8837;p74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8" name="Google Shape;8838;p74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8839" name="Google Shape;8839;p74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0" name="Google Shape;8840;p74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1" name="Google Shape;8841;p74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8842" name="Google Shape;8842;p74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3" name="Google Shape;8843;p74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4" name="Google Shape;8844;p74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8845" name="Google Shape;8845;p74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6" name="Google Shape;8846;p74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847" name="Google Shape;8847;p74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74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49" name="Google Shape;8849;p74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8850" name="Google Shape;8850;p74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1" name="Google Shape;8851;p74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2" name="Google Shape;8852;p74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8853" name="Google Shape;8853;p74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4" name="Google Shape;8854;p74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5" name="Google Shape;8855;p74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8856" name="Google Shape;8856;p74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7" name="Google Shape;8857;p74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858" name="Google Shape;8858;p74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8859" name="Google Shape;8859;p74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8860" name="Google Shape;8860;p74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1" name="Google Shape;8861;p74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2" name="Google Shape;8862;p74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3" name="Google Shape;8863;p74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4" name="Google Shape;8864;p74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5" name="Google Shape;8865;p74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6" name="Google Shape;8866;p74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7" name="Google Shape;8867;p74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8" name="Google Shape;8868;p74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9" name="Google Shape;8869;p74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0" name="Google Shape;8870;p74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1" name="Google Shape;8871;p74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2" name="Google Shape;8872;p74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3" name="Google Shape;8873;p74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4" name="Google Shape;8874;p74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5" name="Google Shape;8875;p74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6" name="Google Shape;8876;p74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7" name="Google Shape;8877;p74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8" name="Google Shape;8878;p74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9" name="Google Shape;8879;p74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0" name="Google Shape;8880;p74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1" name="Google Shape;8881;p74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2" name="Google Shape;8882;p74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3" name="Google Shape;8883;p74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4" name="Google Shape;8884;p74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5" name="Google Shape;8885;p74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6" name="Google Shape;8886;p74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7" name="Google Shape;8887;p74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8" name="Google Shape;8888;p74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9" name="Google Shape;8889;p74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0" name="Google Shape;8890;p74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1" name="Google Shape;8891;p74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2" name="Google Shape;8892;p74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3" name="Google Shape;8893;p74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4" name="Google Shape;8894;p74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5" name="Google Shape;8895;p74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6" name="Google Shape;8896;p74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7" name="Google Shape;8897;p74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8" name="Google Shape;8898;p74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9" name="Google Shape;8899;p74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0" name="Google Shape;8900;p74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1" name="Google Shape;8901;p74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2" name="Google Shape;8902;p74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3" name="Google Shape;8903;p74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4" name="Google Shape;8904;p74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5" name="Google Shape;8905;p74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6" name="Google Shape;8906;p74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7" name="Google Shape;8907;p74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8" name="Google Shape;8908;p74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9" name="Google Shape;8909;p74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0" name="Google Shape;8910;p74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1" name="Google Shape;8911;p74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2" name="Google Shape;8912;p74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3" name="Google Shape;8913;p74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4" name="Google Shape;8914;p74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5" name="Google Shape;8915;p74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6" name="Google Shape;8916;p74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8917" name="Google Shape;8917;p74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8" name="Google Shape;8918;p74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9" name="Google Shape;8919;p74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8920" name="Google Shape;8920;p74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1" name="Google Shape;8921;p74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2" name="Google Shape;8922;p74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8923" name="Google Shape;8923;p74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4" name="Google Shape;8924;p74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5" name="Google Shape;8925;p74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8926" name="Google Shape;8926;p74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7" name="Google Shape;8927;p74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8" name="Google Shape;8928;p74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8929" name="Google Shape;8929;p74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0" name="Google Shape;8930;p74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1" name="Google Shape;8931;p74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8932" name="Google Shape;8932;p74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3" name="Google Shape;8933;p74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4" name="Google Shape;8934;p74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8935" name="Google Shape;8935;p74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6" name="Google Shape;8936;p74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7" name="Google Shape;8937;p74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8938" name="Google Shape;8938;p74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9" name="Google Shape;8939;p74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0" name="Google Shape;8940;p74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8941" name="Google Shape;8941;p74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2" name="Google Shape;8942;p74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3" name="Google Shape;8943;p74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8944" name="Google Shape;8944;p74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5" name="Google Shape;8945;p74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6" name="Google Shape;8946;p74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8947" name="Google Shape;8947;p74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8" name="Google Shape;8948;p74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949" name="Google Shape;8949;p74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74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51" name="Google Shape;8951;p74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8952" name="Google Shape;8952;p74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3" name="Google Shape;8953;p74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4" name="Google Shape;8954;p74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8955" name="Google Shape;8955;p74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6" name="Google Shape;8956;p74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7" name="Google Shape;8957;p74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8958" name="Google Shape;8958;p74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9" name="Google Shape;8959;p74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0" name="Google Shape;8960;p74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8961" name="Google Shape;8961;p74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2" name="Google Shape;8962;p74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3" name="Google Shape;8963;p74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8964" name="Google Shape;8964;p74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5" name="Google Shape;8965;p74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6" name="Google Shape;8966;p74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8967" name="Google Shape;8967;p74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8" name="Google Shape;8968;p74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9" name="Google Shape;8969;p74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8970" name="Google Shape;8970;p74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1" name="Google Shape;8971;p74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2" name="Google Shape;8972;p74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8973" name="Google Shape;8973;p74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4" name="Google Shape;8974;p74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5" name="Google Shape;8975;p74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8976" name="Google Shape;8976;p74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7" name="Google Shape;8977;p74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8" name="Google Shape;8978;p74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8979" name="Google Shape;8979;p74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0" name="Google Shape;8980;p74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1" name="Google Shape;8981;p74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8982" name="Google Shape;8982;p74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3" name="Google Shape;8983;p74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4" name="Google Shape;8984;p74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8985" name="Google Shape;8985;p74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6" name="Google Shape;8986;p74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7" name="Google Shape;8987;p74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8988" name="Google Shape;8988;p74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9" name="Google Shape;8989;p74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0" name="Google Shape;8990;p74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8991" name="Google Shape;8991;p74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2" name="Google Shape;8992;p74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3" name="Google Shape;8993;p74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8994" name="Google Shape;8994;p74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5" name="Google Shape;8995;p74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6" name="Google Shape;8996;p74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8997" name="Google Shape;8997;p74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8" name="Google Shape;8998;p74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9" name="Google Shape;8999;p74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9000" name="Google Shape;9000;p74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1" name="Google Shape;9001;p74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2" name="Google Shape;9002;p74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9003" name="Google Shape;9003;p74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4" name="Google Shape;9004;p74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5" name="Google Shape;9005;p74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9006" name="Google Shape;9006;p74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7" name="Google Shape;9007;p74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8" name="Google Shape;9008;p74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9009" name="Google Shape;9009;p74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0" name="Google Shape;9010;p74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1" name="Google Shape;9011;p74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9012" name="Google Shape;9012;p74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3" name="Google Shape;9013;p74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4" name="Google Shape;9014;p74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9015" name="Google Shape;9015;p74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6" name="Google Shape;9016;p74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7" name="Google Shape;9017;p74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9018" name="Google Shape;9018;p74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9" name="Google Shape;9019;p74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0" name="Google Shape;9020;p74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9021" name="Google Shape;9021;p74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2" name="Google Shape;9022;p74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3" name="Google Shape;9023;p74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9024" name="Google Shape;9024;p74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5" name="Google Shape;9025;p74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6" name="Google Shape;9026;p74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9027" name="Google Shape;9027;p74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8" name="Google Shape;9028;p74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9" name="Google Shape;9029;p74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9030" name="Google Shape;9030;p74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1" name="Google Shape;9031;p74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2" name="Google Shape;9032;p74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9033" name="Google Shape;9033;p74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4" name="Google Shape;9034;p74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5" name="Google Shape;9035;p74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9036" name="Google Shape;9036;p74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7" name="Google Shape;9037;p74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8" name="Google Shape;9038;p74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9039" name="Google Shape;9039;p74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0" name="Google Shape;9040;p74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1" name="Google Shape;9041;p74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9042" name="Google Shape;9042;p74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3" name="Google Shape;9043;p74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4" name="Google Shape;9044;p74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9045" name="Google Shape;9045;p74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6" name="Google Shape;9046;p74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7" name="Google Shape;9047;p74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9048" name="Google Shape;9048;p74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9" name="Google Shape;9049;p74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50" name="Google Shape;9050;p74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9051" name="Google Shape;9051;p74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2" name="Google Shape;9052;p74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56" name="Shape 9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57" name="Google Shape;9057;p75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9058" name="Google Shape;9058;p75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9059" name="Google Shape;9059;p75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0" name="Google Shape;9060;p75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1" name="Google Shape;9061;p75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75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75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75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75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66" name="Google Shape;9066;p75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9067" name="Google Shape;9067;p75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75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75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75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75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72" name="Google Shape;9072;p75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9073" name="Google Shape;9073;p75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9074" name="Google Shape;9074;p75"/>
              <p:cNvCxnSpPr>
                <a:endCxn id="9075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76" name="Google Shape;9076;p75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77" name="Google Shape;9077;p75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78" name="Google Shape;9078;p75"/>
              <p:cNvCxnSpPr>
                <a:stCxn id="9075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9079" name="Google Shape;9079;p75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9080" name="Google Shape;9080;p75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81" name="Google Shape;9081;p75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82" name="Google Shape;9082;p75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5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84" name="Google Shape;9084;p75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9085" name="Google Shape;9085;p75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86" name="Google Shape;9086;p75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87" name="Google Shape;9087;p75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9088" name="Google Shape;9088;p75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89" name="Google Shape;9089;p75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90" name="Google Shape;9090;p75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5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91" name="Google Shape;9091;p75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9092" name="Google Shape;9092;p75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93" name="Google Shape;9093;p75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94" name="Google Shape;9094;p75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9095" name="Google Shape;9095;p75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9096" name="Google Shape;9096;p75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97" name="Google Shape;9097;p75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98" name="Google Shape;9098;p75"/>
              <p:cNvCxnSpPr>
                <a:stCxn id="9099" idx="6"/>
                <a:endCxn id="9100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101" name="Google Shape;9101;p75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9102" name="Google Shape;9102;p75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00" name="Google Shape;9100;p75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3" name="Google Shape;9103;p75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04" name="Google Shape;9104;p75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9105" name="Google Shape;9105;p75"/>
              <p:cNvCxnSpPr>
                <a:stCxn id="9106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07" name="Google Shape;9107;p75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6" name="Google Shape;9106;p75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08" name="Google Shape;9108;p75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9109" name="Google Shape;9109;p75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10" name="Google Shape;9110;p75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75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12" name="Google Shape;9112;p75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9113" name="Google Shape;9113;p75"/>
              <p:cNvCxnSpPr>
                <a:stCxn id="9114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99" name="Google Shape;9099;p75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75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15" name="Google Shape;9115;p75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9116" name="Google Shape;9116;p75"/>
            <p:cNvCxnSpPr>
              <a:stCxn id="9117" idx="4"/>
              <a:endCxn id="9118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9" name="Google Shape;9119;p75"/>
            <p:cNvCxnSpPr>
              <a:stCxn id="9118" idx="0"/>
              <a:endCxn id="9120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1" name="Google Shape;9121;p75"/>
            <p:cNvCxnSpPr>
              <a:stCxn id="9120" idx="4"/>
              <a:endCxn id="9122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3" name="Google Shape;9123;p75"/>
            <p:cNvCxnSpPr>
              <a:stCxn id="9122" idx="0"/>
              <a:endCxn id="9124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24" name="Google Shape;9124;p75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0" name="Google Shape;9120;p75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17" name="Google Shape;9117;p75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2" name="Google Shape;9122;p75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18" name="Google Shape;9118;p75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25" name="Google Shape;9125;p75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9126" name="Google Shape;9126;p75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5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5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5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5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75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9132" name="Google Shape;9132;p75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5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5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5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5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5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75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9139" name="Google Shape;9139;p75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40" name="Google Shape;9140;p75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41" name="Google Shape;9141;p75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42" name="Google Shape;9142;p75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9143" name="Google Shape;9143;p75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9144" name="Google Shape;9144;p75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75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75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47" name="Google Shape;9147;p75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9148" name="Google Shape;9148;p75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5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5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51" name="Google Shape;9151;p75"/>
            <p:cNvCxnSpPr>
              <a:stCxn id="9148" idx="6"/>
              <a:endCxn id="9149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2" name="Google Shape;9152;p75"/>
            <p:cNvCxnSpPr>
              <a:stCxn id="9149" idx="4"/>
              <a:endCxn id="9153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4" name="Google Shape;9154;p75"/>
            <p:cNvCxnSpPr>
              <a:stCxn id="9153" idx="6"/>
              <a:endCxn id="9150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5" name="Google Shape;9155;p75"/>
            <p:cNvCxnSpPr>
              <a:stCxn id="9150" idx="4"/>
              <a:endCxn id="9156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53" name="Google Shape;9153;p75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5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5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58" name="Google Shape;9158;p75"/>
            <p:cNvCxnSpPr>
              <a:endCxn id="9157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159" name="Google Shape;9159;p75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9160" name="Google Shape;9160;p75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5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5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5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5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75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9166" name="Google Shape;9166;p75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5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5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5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5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71" name="Google Shape;9171;p75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2" name="Google Shape;9172;p75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3" name="Google Shape;9173;p75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4" name="Google Shape;9174;p75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175" name="Google Shape;9175;p75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9176" name="Google Shape;9176;p75"/>
            <p:cNvCxnSpPr>
              <a:stCxn id="9177" idx="2"/>
              <a:endCxn id="9178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79" name="Google Shape;9179;p75"/>
            <p:cNvCxnSpPr>
              <a:stCxn id="9180" idx="0"/>
              <a:endCxn id="9177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81" name="Google Shape;9181;p75"/>
            <p:cNvCxnSpPr>
              <a:stCxn id="9180" idx="2"/>
              <a:endCxn id="9182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83" name="Google Shape;9183;p75"/>
            <p:cNvCxnSpPr>
              <a:stCxn id="9184" idx="0"/>
              <a:endCxn id="9180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85" name="Google Shape;9185;p75"/>
            <p:cNvCxnSpPr>
              <a:stCxn id="9178" idx="2"/>
              <a:endCxn id="9186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87" name="Google Shape;9187;p75"/>
            <p:cNvCxnSpPr>
              <a:stCxn id="9188" idx="0"/>
              <a:endCxn id="9178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184" name="Google Shape;9184;p75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82" name="Google Shape;9182;p75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88" name="Google Shape;9188;p75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86" name="Google Shape;9186;p75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78" name="Google Shape;9178;p75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80" name="Google Shape;9180;p75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77" name="Google Shape;9177;p75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189" name="Google Shape;9189;p75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9190" name="Google Shape;9190;p75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9191" name="Google Shape;9191;p75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92" name="Google Shape;9192;p75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9193" name="Google Shape;9193;p75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194" name="Google Shape;9194;p75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9195" name="Google Shape;9195;p75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196" name="Google Shape;9196;p75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97" name="Google Shape;9197;p75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9198" name="Google Shape;9198;p75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9199" name="Google Shape;9199;p75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00" name="Google Shape;9200;p75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01" name="Google Shape;9201;p75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02" name="Google Shape;9202;p75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9203" name="Google Shape;9203;p75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204" name="Google Shape;9204;p75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05" name="Google Shape;9205;p75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06" name="Google Shape;9206;p75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07" name="Google Shape;9207;p75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9208" name="Google Shape;9208;p75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209" name="Google Shape;9209;p75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10" name="Google Shape;9210;p75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11" name="Google Shape;9211;p75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12" name="Google Shape;9212;p75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213" name="Google Shape;9213;p75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214" name="Google Shape;9214;p75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5" name="Google Shape;9215;p75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6" name="Google Shape;9216;p75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17" name="Google Shape;9217;p75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218" name="Google Shape;9218;p75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9" name="Google Shape;9219;p75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0" name="Google Shape;9220;p75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21" name="Google Shape;9221;p75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222" name="Google Shape;9222;p75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3" name="Google Shape;9223;p75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4" name="Google Shape;9224;p75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25" name="Google Shape;9225;p75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226" name="Google Shape;9226;p75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7" name="Google Shape;9227;p75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8" name="Google Shape;9228;p75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29" name="Google Shape;9229;p75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230" name="Google Shape;9230;p75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5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5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5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5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5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5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5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5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5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75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241" name="Google Shape;9241;p75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5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5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5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5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5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5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5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5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5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5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5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5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5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5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5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5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5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5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5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5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5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5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5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5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66" name="Google Shape;9266;p75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267" name="Google Shape;9267;p75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8" name="Google Shape;9268;p75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9" name="Google Shape;9269;p75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0" name="Google Shape;9270;p75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1" name="Google Shape;9271;p75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2" name="Google Shape;9272;p75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3" name="Google Shape;9273;p75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4" name="Google Shape;9274;p75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5" name="Google Shape;9275;p75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6" name="Google Shape;9276;p75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7" name="Google Shape;9277;p75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8" name="Google Shape;9278;p75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9" name="Google Shape;9279;p75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0" name="Google Shape;9280;p75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1" name="Google Shape;9281;p75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2" name="Google Shape;9282;p75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3" name="Google Shape;9283;p75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4" name="Google Shape;9284;p75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5" name="Google Shape;9285;p75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6" name="Google Shape;9286;p75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287" name="Google Shape;9287;p75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5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5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5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5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5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5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5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5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5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5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5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5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5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75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302" name="Google Shape;9302;p75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5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5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5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5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5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5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5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5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5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5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5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5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5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5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5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5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5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5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5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5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5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5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5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5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5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5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5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5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5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5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5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75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335" name="Google Shape;9335;p75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9336" name="Google Shape;9336;p75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5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5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5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5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75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342" name="Google Shape;9342;p75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9343" name="Google Shape;9343;p75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9344" name="Google Shape;9344;p75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345" name="Google Shape;9345;p75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46" name="Google Shape;9346;p75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47" name="Google Shape;9347;p75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48" name="Google Shape;9348;p75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49" name="Google Shape;9349;p75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50" name="Google Shape;9350;p75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51" name="Google Shape;9351;p75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52" name="Google Shape;9352;p75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353" name="Google Shape;9353;p75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9354" name="Google Shape;9354;p75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355" name="Google Shape;9355;p75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356" name="Google Shape;9356;p75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357" name="Google Shape;9357;p75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358" name="Google Shape;9358;p75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59" name="Google Shape;9359;p75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360" name="Google Shape;9360;p75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361" name="Google Shape;9361;p75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362" name="Google Shape;9362;p75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363" name="Google Shape;9363;p75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364" name="Google Shape;9364;p75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365" name="Google Shape;9365;p75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66" name="Google Shape;9366;p75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67" name="Google Shape;9367;p75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368" name="Google Shape;9368;p75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69" name="Google Shape;9369;p75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70" name="Google Shape;9370;p75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371" name="Google Shape;9371;p75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372" name="Google Shape;9372;p75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373" name="Google Shape;9373;p75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74" name="Google Shape;9374;p75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75" name="Google Shape;9375;p75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376" name="Google Shape;9376;p75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77" name="Google Shape;9377;p75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9378" name="Google Shape;9378;p75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9379" name="Google Shape;9379;p75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9380" name="Google Shape;9380;p75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1" name="Google Shape;9381;p75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2" name="Google Shape;9382;p75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3" name="Google Shape;9383;p75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4" name="Google Shape;9384;p75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5" name="Google Shape;9385;p75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86" name="Google Shape;9386;p75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9387" name="Google Shape;9387;p75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88" name="Google Shape;9388;p75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389" name="Google Shape;9389;p75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390" name="Google Shape;9390;p75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1" name="Google Shape;9391;p75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2" name="Google Shape;9392;p75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3" name="Google Shape;9393;p75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4" name="Google Shape;9394;p75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5" name="Google Shape;9395;p75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6" name="Google Shape;9396;p75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397" name="Google Shape;9397;p75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98" name="Google Shape;9398;p75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399" name="Google Shape;9399;p75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9400" name="Google Shape;9400;p75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401" name="Google Shape;9401;p75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402" name="Google Shape;9402;p75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403" name="Google Shape;9403;p75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4" name="Google Shape;9404;p75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5" name="Google Shape;9405;p75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6" name="Google Shape;9406;p75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7" name="Google Shape;9407;p75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8" name="Google Shape;9408;p75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9" name="Google Shape;9409;p75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410" name="Google Shape;9410;p75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1" name="Google Shape;9411;p75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412" name="Google Shape;9412;p75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413" name="Google Shape;9413;p75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5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5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5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5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418" name="Google Shape;9418;p75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419" name="Google Shape;9419;p75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420" name="Google Shape;9420;p75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1" name="Google Shape;9421;p75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2" name="Google Shape;9422;p75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3" name="Google Shape;9423;p75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4" name="Google Shape;9424;p75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425" name="Google Shape;9425;p75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426" name="Google Shape;9426;p75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427" name="Google Shape;9427;p75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75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9" name="Google Shape;9429;p75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0" name="Google Shape;9430;p75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431" name="Google Shape;9431;p75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432" name="Google Shape;9432;p75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433" name="Google Shape;9433;p75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4" name="Google Shape;9434;p75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5" name="Google Shape;9435;p75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36" name="Google Shape;9436;p75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437" name="Google Shape;9437;p75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8" name="Google Shape;9438;p75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39" name="Google Shape;9439;p75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440" name="Google Shape;9440;p75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441" name="Google Shape;9441;p75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42" name="Google Shape;9442;p75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43" name="Google Shape;9443;p75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44" name="Google Shape;9444;p75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445" name="Google Shape;9445;p75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46" name="Google Shape;9446;p75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47" name="Google Shape;9447;p75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448" name="Google Shape;9448;p75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449" name="Google Shape;9449;p75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0" name="Google Shape;9450;p75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1" name="Google Shape;9451;p75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52" name="Google Shape;9452;p75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453" name="Google Shape;9453;p75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4" name="Google Shape;9454;p75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455" name="Google Shape;9455;p75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456" name="Google Shape;9456;p75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457" name="Google Shape;9457;p75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458" name="Google Shape;9458;p75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9" name="Google Shape;9459;p75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0" name="Google Shape;9460;p75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61" name="Google Shape;9461;p75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462" name="Google Shape;9462;p75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3" name="Google Shape;9463;p75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64" name="Google Shape;9464;p75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465" name="Google Shape;9465;p75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466" name="Google Shape;9466;p75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7" name="Google Shape;9467;p75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8" name="Google Shape;9468;p75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69" name="Google Shape;9469;p75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470" name="Google Shape;9470;p75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1" name="Google Shape;9471;p75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72" name="Google Shape;9472;p75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473" name="Google Shape;9473;p75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474" name="Google Shape;9474;p75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5" name="Google Shape;9475;p75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6" name="Google Shape;9476;p75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77" name="Google Shape;9477;p75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478" name="Google Shape;9478;p75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9" name="Google Shape;9479;p75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83" name="Shape 9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84" name="Google Shape;9484;p76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485" name="Google Shape;9485;p76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486" name="Google Shape;9486;p76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87" name="Google Shape;9487;p76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488" name="Google Shape;9488;p76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489" name="Google Shape;9489;p76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90" name="Google Shape;9490;p76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91" name="Google Shape;9491;p76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92" name="Google Shape;9492;p76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93" name="Google Shape;9493;p76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494" name="Google Shape;9494;p76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495" name="Google Shape;9495;p76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6" name="Google Shape;9496;p76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7" name="Google Shape;9497;p76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8" name="Google Shape;9498;p76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9" name="Google Shape;9499;p76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0" name="Google Shape;9500;p76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1" name="Google Shape;9501;p76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2" name="Google Shape;9502;p76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3" name="Google Shape;9503;p76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4" name="Google Shape;9504;p76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5" name="Google Shape;9505;p76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6" name="Google Shape;9506;p76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7" name="Google Shape;9507;p76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8" name="Google Shape;9508;p76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9" name="Google Shape;9509;p76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0" name="Google Shape;9510;p76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1" name="Google Shape;9511;p76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2" name="Google Shape;9512;p76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3" name="Google Shape;9513;p76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4" name="Google Shape;9514;p76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515" name="Google Shape;9515;p76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{EE5EAB3C-AF81-403C-96D6-995B82241074}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516" name="Google Shape;9516;p76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517" name="Google Shape;9517;p76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518" name="Google Shape;9518;p76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9" name="Google Shape;9519;p76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0" name="Google Shape;9520;p76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1" name="Google Shape;9521;p76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2" name="Google Shape;9522;p76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3" name="Google Shape;9523;p76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4" name="Google Shape;9524;p76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5" name="Google Shape;9525;p76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6" name="Google Shape;9526;p76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7" name="Google Shape;9527;p76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8" name="Google Shape;9528;p76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9" name="Google Shape;9529;p76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0" name="Google Shape;9530;p76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1" name="Google Shape;9531;p76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2" name="Google Shape;9532;p76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3" name="Google Shape;9533;p76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4" name="Google Shape;9534;p76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5" name="Google Shape;9535;p76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6" name="Google Shape;9536;p76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7" name="Google Shape;9537;p76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8" name="Google Shape;9538;p76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9" name="Google Shape;9539;p76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0" name="Google Shape;9540;p76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1" name="Google Shape;9541;p76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42" name="Google Shape;9542;p76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543" name="Google Shape;9543;p76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4" name="Google Shape;9544;p76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5" name="Google Shape;9545;p76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6" name="Google Shape;9546;p76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47" name="Google Shape;9547;p76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6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6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6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9551" name="Google Shape;9551;p76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{EE5EAB3C-AF81-403C-96D6-995B82241074}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552" name="Google Shape;9552;p76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{EE5EAB3C-AF81-403C-96D6-995B82241074}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553" name="Google Shape;9553;p76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554" name="Google Shape;9554;p76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555" name="Google Shape;9555;p76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6" name="Google Shape;9556;p76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7" name="Google Shape;9557;p76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8" name="Google Shape;9558;p76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9" name="Google Shape;9559;p76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0" name="Google Shape;9560;p76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561" name="Google Shape;9561;p76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76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3" name="Google Shape;9563;p76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4" name="Google Shape;9564;p76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5" name="Google Shape;9565;p76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6" name="Google Shape;9566;p76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567" name="Google Shape;9567;p76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8" name="Google Shape;9568;p76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9" name="Google Shape;9569;p76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0" name="Google Shape;9570;p76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1" name="Google Shape;9571;p76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72" name="Google Shape;9572;p76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573" name="Google Shape;9573;p76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4" name="Google Shape;9574;p76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5" name="Google Shape;9575;p76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6" name="Google Shape;9576;p76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7" name="Google Shape;9577;p76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78" name="Google Shape;9578;p76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579" name="Google Shape;9579;p76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0" name="Google Shape;9580;p76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1" name="Google Shape;9581;p76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2" name="Google Shape;9582;p76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3" name="Google Shape;9583;p76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84" name="Google Shape;9584;p76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585" name="Google Shape;9585;p76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6" name="Google Shape;9586;p76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7" name="Google Shape;9587;p76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8" name="Google Shape;9588;p76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9" name="Google Shape;9589;p76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590" name="Google Shape;9590;p76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{EE5EAB3C-AF81-403C-96D6-995B82241074}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591" name="Google Shape;9591;p76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592" name="Google Shape;9592;p76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6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76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595" name="Google Shape;9595;p76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6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76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9598" name="Google Shape;9598;p76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9" name="Google Shape;9599;p76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00" name="Google Shape;9600;p76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601" name="Google Shape;9601;p76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02" name="Google Shape;9602;p76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03" name="Google Shape;9603;p76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04" name="Google Shape;9604;p76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05" name="Google Shape;9605;p76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6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6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6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6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6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6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12" name="Google Shape;9612;p76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13" name="Google Shape;9613;p76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14" name="Google Shape;9614;p76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5" name="Google Shape;9615;p76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616" name="Google Shape;9616;p76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17" name="Google Shape;9617;p76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18" name="Google Shape;9618;p76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19" name="Google Shape;9619;p76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0" name="Google Shape;9620;p76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1" name="Google Shape;9621;p76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2" name="Google Shape;9622;p76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3" name="Google Shape;9623;p76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4" name="Google Shape;9624;p76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5" name="Google Shape;9625;p76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6" name="Google Shape;9626;p76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7" name="Google Shape;9627;p76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8" name="Google Shape;9628;p76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9" name="Google Shape;9629;p76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630" name="Google Shape;9630;p76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631" name="Google Shape;9631;p76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2" name="Google Shape;9632;p76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3" name="Google Shape;9633;p76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4" name="Google Shape;9634;p76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5" name="Google Shape;9635;p76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6" name="Google Shape;9636;p76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7" name="Google Shape;9637;p76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8" name="Google Shape;9638;p76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9" name="Google Shape;9639;p76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40" name="Google Shape;9640;p76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41" name="Google Shape;9641;p76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42" name="Google Shape;9642;p76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46" name="Shape 9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47" name="Google Shape;9647;p77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648" name="Google Shape;9648;p77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49" name="Google Shape;9649;p77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650" name="Google Shape;9650;p77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51" name="Google Shape;9651;p77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52" name="Google Shape;9652;p77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653" name="Google Shape;9653;p77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54" name="Google Shape;9654;p77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55" name="Google Shape;9655;p77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656" name="Google Shape;9656;p77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57" name="Google Shape;9657;p77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58" name="Google Shape;9658;p77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659" name="Google Shape;9659;p77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60" name="Google Shape;9660;p77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61" name="Google Shape;9661;p77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662" name="Google Shape;9662;p77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63" name="Google Shape;9663;p77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64" name="Google Shape;9664;p77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665" name="Google Shape;9665;p77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7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7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7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7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7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77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9672" name="Google Shape;9672;p77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9673" name="Google Shape;9673;p77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74" name="Google Shape;9674;p77"/>
              <p:cNvCxnSpPr>
                <a:stCxn id="9673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75" name="Google Shape;9675;p77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9676" name="Google Shape;9676;p77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77" name="Google Shape;9677;p77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78" name="Google Shape;9678;p77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9679" name="Google Shape;9679;p77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80" name="Google Shape;9680;p77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81" name="Google Shape;9681;p77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9682" name="Google Shape;9682;p77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83" name="Google Shape;9683;p77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84" name="Google Shape;9684;p77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9685" name="Google Shape;9685;p77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86" name="Google Shape;9686;p77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687" name="Google Shape;9687;p77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9688" name="Google Shape;9688;p77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7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7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7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77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9693" name="Google Shape;9693;p77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7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7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7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77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9698" name="Google Shape;9698;p77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9699" name="Google Shape;9699;p77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0" name="Google Shape;9700;p77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01" name="Google Shape;9701;p77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2" name="Google Shape;9702;p77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9703" name="Google Shape;9703;p77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7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5" name="Google Shape;9705;p77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6" name="Google Shape;9706;p77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9707" name="Google Shape;9707;p77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7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9" name="Google Shape;9709;p77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9710" name="Google Shape;9710;p77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7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12" name="Google Shape;9712;p77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3" name="Google Shape;9713;p77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14" name="Google Shape;9714;p77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9715" name="Google Shape;9715;p77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7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7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7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9" name="Google Shape;9719;p77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9720" name="Google Shape;9720;p77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7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7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7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7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5" name="Google Shape;9725;p77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9726" name="Google Shape;9726;p77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7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7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9" name="Google Shape;9729;p77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9730" name="Google Shape;9730;p77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9731" name="Google Shape;9731;p77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32" name="Google Shape;9732;p77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33" name="Google Shape;9733;p77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9734" name="Google Shape;9734;p77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35" name="Google Shape;9735;p77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36" name="Google Shape;9736;p77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9737" name="Google Shape;9737;p77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38" name="Google Shape;9738;p77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39" name="Google Shape;9739;p77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9740" name="Google Shape;9740;p77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41" name="Google Shape;9741;p77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9742" name="Google Shape;9742;p77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9743" name="Google Shape;9743;p77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4" name="Google Shape;9744;p77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5" name="Google Shape;9745;p77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6" name="Google Shape;9746;p77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7" name="Google Shape;9747;p77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8" name="Google Shape;9748;p77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749" name="Google Shape;9749;p77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9750" name="Google Shape;9750;p77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751" name="Google Shape;9751;p77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2" name="Google Shape;9752;p77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3" name="Google Shape;9753;p77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4" name="Google Shape;9754;p77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5" name="Google Shape;9755;p77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6" name="Google Shape;9756;p77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7" name="Google Shape;9757;p77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58" name="Google Shape;9758;p77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759" name="Google Shape;9759;p77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0" name="Google Shape;9760;p77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1" name="Google Shape;9761;p77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2" name="Google Shape;9762;p77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3" name="Google Shape;9763;p77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4" name="Google Shape;9764;p77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5" name="Google Shape;9765;p77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766" name="Google Shape;9766;p77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9767" name="Google Shape;9767;p77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7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7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7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71" name="Google Shape;9771;p77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9772" name="Google Shape;9772;p77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3" name="Google Shape;9773;p77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4" name="Google Shape;9774;p77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5" name="Google Shape;9775;p77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76" name="Google Shape;9776;p77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9777" name="Google Shape;9777;p77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8" name="Google Shape;9778;p77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9" name="Google Shape;9779;p77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0" name="Google Shape;9780;p77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81" name="Google Shape;9781;p77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9782" name="Google Shape;9782;p77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3" name="Google Shape;9783;p77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4" name="Google Shape;9784;p77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5" name="Google Shape;9785;p77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86" name="Google Shape;9786;p77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9787" name="Google Shape;9787;p77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8" name="Google Shape;9788;p77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9" name="Google Shape;9789;p77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0" name="Google Shape;9790;p77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91" name="Google Shape;9791;p77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7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7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7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95" name="Google Shape;9795;p77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9796" name="Google Shape;9796;p77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7" name="Google Shape;9797;p77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8" name="Google Shape;9798;p77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9" name="Google Shape;9799;p77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0" name="Google Shape;9800;p77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9801" name="Google Shape;9801;p77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77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3" name="Google Shape;9803;p77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4" name="Google Shape;9804;p77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05" name="Google Shape;9805;p77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9806" name="Google Shape;9806;p77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7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7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7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7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7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7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7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77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9815" name="Google Shape;9815;p77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9816" name="Google Shape;9816;p77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7" name="Google Shape;9817;p77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8" name="Google Shape;9818;p77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19" name="Google Shape;9819;p77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9820" name="Google Shape;9820;p77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1" name="Google Shape;9821;p77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2" name="Google Shape;9822;p77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3" name="Google Shape;9823;p77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9824" name="Google Shape;9824;p77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5" name="Google Shape;9825;p77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77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77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77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77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30" name="Google Shape;9830;p77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9831" name="Google Shape;9831;p77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9832" name="Google Shape;9832;p7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3" name="Google Shape;9833;p7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34" name="Google Shape;9834;p77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9835" name="Google Shape;9835;p7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7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37" name="Google Shape;9837;p77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9838" name="Google Shape;9838;p7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9" name="Google Shape;9839;p7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40" name="Google Shape;9840;p77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9841" name="Google Shape;9841;p77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77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43" name="Google Shape;9843;p77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9844" name="Google Shape;9844;p77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9845" name="Google Shape;9845;p77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846" name="Google Shape;9846;p77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9847" name="Google Shape;9847;p77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48" name="Google Shape;9848;p77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49" name="Google Shape;9849;p77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9850" name="Google Shape;9850;p77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51" name="Google Shape;9851;p77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52" name="Google Shape;9852;p77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9853" name="Google Shape;9853;p77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54" name="Google Shape;9854;p77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55" name="Google Shape;9855;p77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9856" name="Google Shape;9856;p77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57" name="Google Shape;9857;p77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58" name="Google Shape;9858;p77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9859" name="Google Shape;9859;p77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60" name="Google Shape;9860;p77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9861" name="Google Shape;9861;p77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9862" name="Google Shape;9862;p77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77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64" name="Google Shape;9864;p77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9865" name="Google Shape;9865;p77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7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7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7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7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7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7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7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7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4" name="Google Shape;9874;p77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9875" name="Google Shape;9875;p77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9876" name="Google Shape;9876;p77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9877" name="Google Shape;9877;p77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78" name="Google Shape;9878;p77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9879" name="Google Shape;9879;p77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9880" name="Google Shape;9880;p77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81" name="Google Shape;9881;p77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82" name="Google Shape;9882;p77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9883" name="Google Shape;9883;p77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84" name="Google Shape;9884;p77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885" name="Google Shape;9885;p77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9886" name="Google Shape;9886;p77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77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77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77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90" name="Google Shape;9890;p77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9891" name="Google Shape;9891;p77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7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7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7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7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7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97" name="Google Shape;9897;p77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9898" name="Google Shape;9898;p77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9" name="Google Shape;9899;p77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0" name="Google Shape;9900;p77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1" name="Google Shape;9901;p77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2" name="Google Shape;9902;p77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77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04" name="Google Shape;9904;p77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9905" name="Google Shape;9905;p77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6" name="Google Shape;9906;p77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7" name="Google Shape;9907;p77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8" name="Google Shape;9908;p77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9" name="Google Shape;9909;p77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10" name="Google Shape;9910;p77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11" name="Google Shape;9911;p77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912" name="Google Shape;9912;p77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9913" name="Google Shape;9913;p77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7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7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7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7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7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7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7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7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7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7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7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7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6" name="Google Shape;9926;p77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9927" name="Google Shape;9927;p77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7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7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7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7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7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7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7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77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9936" name="Google Shape;9936;p77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7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38" name="Google Shape;9938;p77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9939" name="Google Shape;9939;p77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0" name="Google Shape;9940;p77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1" name="Google Shape;9941;p77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9942" name="Google Shape;9942;p77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3" name="Google Shape;9943;p77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4" name="Google Shape;9944;p77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9945" name="Google Shape;9945;p77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6" name="Google Shape;9946;p77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7" name="Google Shape;9947;p77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9948" name="Google Shape;9948;p77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9" name="Google Shape;9949;p77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50" name="Google Shape;9950;p77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9951" name="Google Shape;9951;p77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7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7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7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7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7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7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7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7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7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7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7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3" name="Google Shape;9963;p77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9964" name="Google Shape;9964;p77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9965" name="Google Shape;9965;p77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6" name="Google Shape;9966;p77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7" name="Google Shape;9967;p77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8" name="Google Shape;9968;p77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9" name="Google Shape;9969;p77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77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1" name="Google Shape;9971;p77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2" name="Google Shape;9972;p77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3" name="Google Shape;9973;p77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4" name="Google Shape;9974;p77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5" name="Google Shape;9975;p77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6" name="Google Shape;9976;p77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7" name="Google Shape;9977;p77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8" name="Google Shape;9978;p77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9" name="Google Shape;9979;p77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0" name="Google Shape;9980;p77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1" name="Google Shape;9981;p77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2" name="Google Shape;9982;p77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3" name="Google Shape;9983;p77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4" name="Google Shape;9984;p77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5" name="Google Shape;9985;p77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6" name="Google Shape;9986;p77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7" name="Google Shape;9987;p77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8" name="Google Shape;9988;p77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9" name="Google Shape;9989;p77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0" name="Google Shape;9990;p77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77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92" name="Google Shape;9992;p77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9993" name="Google Shape;9993;p77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77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77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77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77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98" name="Google Shape;9998;p77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9999" name="Google Shape;9999;p77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0000" name="Google Shape;10000;p77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01" name="Google Shape;10001;p77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2" name="Google Shape;10002;p77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0003" name="Google Shape;10003;p77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04" name="Google Shape;10004;p77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5" name="Google Shape;10005;p77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0006" name="Google Shape;10006;p77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07" name="Google Shape;10007;p77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8" name="Google Shape;10008;p77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0009" name="Google Shape;10009;p77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10" name="Google Shape;10010;p77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11" name="Google Shape;10011;p77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2" name="Google Shape;10012;p77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10013" name="Google Shape;10013;p77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0014" name="Google Shape;10014;p77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5" name="Google Shape;10015;p77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6" name="Google Shape;10016;p77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17" name="Google Shape;10017;p77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0018" name="Google Shape;10018;p77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9" name="Google Shape;10019;p77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77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21" name="Google Shape;10021;p77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10022" name="Google Shape;10022;p77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7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4" name="Google Shape;10024;p77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10025" name="Google Shape;10025;p77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0026" name="Google Shape;10026;p77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77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8" name="Google Shape;10028;p77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0029" name="Google Shape;10029;p77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77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31" name="Google Shape;10031;p77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0032" name="Google Shape;10032;p77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77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34" name="Google Shape;10034;p77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0035" name="Google Shape;10035;p77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6" name="Google Shape;10036;p77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37" name="Google Shape;10037;p77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8" name="Google Shape;10038;p77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10039" name="Google Shape;10039;p77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7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7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7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77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7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048" name="Shape 10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49" name="Google Shape;10049;p78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0050" name="Google Shape;10050;p78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0051" name="Google Shape;10051;p78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78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78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78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5" name="Google Shape;10055;p78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6" name="Google Shape;10056;p78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78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78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78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78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61" name="Google Shape;10061;p78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0062" name="Google Shape;10062;p78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78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78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78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78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78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8" name="Google Shape;10068;p78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78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0" name="Google Shape;10070;p78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1" name="Google Shape;10071;p78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72" name="Google Shape;10072;p78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0073" name="Google Shape;10073;p78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4" name="Google Shape;10074;p78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78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78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78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78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78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78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78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78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83" name="Google Shape;10083;p78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0084" name="Google Shape;10084;p78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78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6" name="Google Shape;10086;p78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78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78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78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78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1" name="Google Shape;10091;p78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2" name="Google Shape;10092;p78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3" name="Google Shape;10093;p78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94" name="Google Shape;10094;p78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0095" name="Google Shape;10095;p78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6" name="Google Shape;10096;p78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7" name="Google Shape;10097;p78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78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78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0" name="Google Shape;10100;p78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78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78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78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4" name="Google Shape;10104;p78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5" name="Google Shape;10105;p78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0106" name="Google Shape;10106;p78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7" name="Google Shape;10107;p78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8" name="Google Shape;10108;p78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9" name="Google Shape;10109;p78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0" name="Google Shape;10110;p78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78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78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78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4" name="Google Shape;10114;p78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5" name="Google Shape;10115;p78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16" name="Google Shape;10116;p78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0117" name="Google Shape;10117;p78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8" name="Google Shape;10118;p78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9" name="Google Shape;10119;p78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0" name="Google Shape;10120;p78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1" name="Google Shape;10121;p78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78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78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78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78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78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27" name="Google Shape;10127;p78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0128" name="Google Shape;10128;p78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9" name="Google Shape;10129;p78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78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78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78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78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4" name="Google Shape;10134;p78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5" name="Google Shape;10135;p78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6" name="Google Shape;10136;p78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7" name="Google Shape;10137;p78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38" name="Google Shape;10138;p78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139" name="Google Shape;10139;p78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0" name="Google Shape;10140;p78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1" name="Google Shape;10141;p78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2" name="Google Shape;10142;p78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78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4" name="Google Shape;10144;p78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78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78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7" name="Google Shape;10147;p78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8" name="Google Shape;10148;p78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9" name="Google Shape;10149;p78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150" name="Google Shape;10150;p78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1" name="Google Shape;10151;p78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78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78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78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78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78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78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8" name="Google Shape;10158;p78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9" name="Google Shape;10159;p78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60" name="Google Shape;10160;p78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0161" name="Google Shape;10161;p78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0162" name="Google Shape;10162;p78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3" name="Google Shape;10163;p78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78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78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6" name="Google Shape;10166;p78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7" name="Google Shape;10167;p78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0168" name="Google Shape;10168;p78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9" name="Google Shape;10169;p78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78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1" name="Google Shape;10171;p78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2" name="Google Shape;10172;p78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73" name="Google Shape;10173;p78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0174" name="Google Shape;10174;p78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5" name="Google Shape;10175;p78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6" name="Google Shape;10176;p78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7" name="Google Shape;10177;p78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8" name="Google Shape;10178;p78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79" name="Google Shape;10179;p78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0180" name="Google Shape;10180;p78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1" name="Google Shape;10181;p78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2" name="Google Shape;10182;p78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3" name="Google Shape;10183;p78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4" name="Google Shape;10184;p78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85" name="Google Shape;10185;p78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0186" name="Google Shape;10186;p78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8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8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8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8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78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8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8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8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8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8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8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8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8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78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8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8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78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4" name="Google Shape;10204;p78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0205" name="Google Shape;10205;p78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8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7" name="Google Shape;10207;p78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0208" name="Google Shape;10208;p78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8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0" name="Google Shape;10210;p78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0211" name="Google Shape;10211;p78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8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8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8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8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8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8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8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9" name="Google Shape;10219;p78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220" name="Google Shape;10220;p78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8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8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8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78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5" name="Google Shape;10225;p78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226" name="Google Shape;10226;p78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8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8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8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8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1" name="Google Shape;10231;p78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232" name="Google Shape;10232;p78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233" name="Google Shape;10233;p78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4" name="Google Shape;10234;p78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35" name="Google Shape;10235;p78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236" name="Google Shape;10236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7" name="Google Shape;10237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38" name="Google Shape;10238;p78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239" name="Google Shape;10239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0" name="Google Shape;10240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41" name="Google Shape;10241;p78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242" name="Google Shape;10242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3" name="Google Shape;10243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44" name="Google Shape;10244;p78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245" name="Google Shape;10245;p78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6" name="Google Shape;10246;p78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47" name="Google Shape;10247;p78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248" name="Google Shape;10248;p78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249" name="Google Shape;10249;p78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50" name="Google Shape;10250;p78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0251" name="Google Shape;10251;p78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252" name="Google Shape;10252;p78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53" name="Google Shape;10253;p78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0254" name="Google Shape;10254;p78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255" name="Google Shape;10255;p78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0256" name="Google Shape;10256;p78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257" name="Google Shape;10257;p78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58" name="Google Shape;10258;p78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259" name="Google Shape;10259;p78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260" name="Google Shape;10260;p78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8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8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78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8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8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8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8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8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8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8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8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8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3" name="Google Shape;10273;p78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274" name="Google Shape;10274;p78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75" name="Google Shape;10275;p78"/>
            <p:cNvCxnSpPr>
              <a:stCxn id="10274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276" name="Google Shape;10276;p78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77" name="Google Shape;10277;p78"/>
            <p:cNvCxnSpPr>
              <a:endCxn id="10276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278" name="Google Shape;10278;p78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79" name="Google Shape;10279;p78"/>
            <p:cNvCxnSpPr>
              <a:stCxn id="10278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280" name="Google Shape;10280;p78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81" name="Google Shape;10281;p78"/>
            <p:cNvCxnSpPr>
              <a:endCxn id="10280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282" name="Google Shape;10282;p78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283" name="Google Shape;10283;p78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8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8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8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7" name="Google Shape;10287;p78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288" name="Google Shape;10288;p78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289" name="Google Shape;10289;p78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0" name="Google Shape;10290;p78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1" name="Google Shape;10291;p78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2" name="Google Shape;10292;p78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3" name="Google Shape;10293;p78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4" name="Google Shape;10294;p78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5" name="Google Shape;10295;p78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96" name="Google Shape;10296;p78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297" name="Google Shape;10297;p78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8" name="Google Shape;10298;p78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9" name="Google Shape;10299;p78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0" name="Google Shape;10300;p78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1" name="Google Shape;10301;p78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2" name="Google Shape;10302;p78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3" name="Google Shape;10303;p78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04" name="Google Shape;10304;p78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305" name="Google Shape;10305;p78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6" name="Google Shape;10306;p78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7" name="Google Shape;10307;p78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8" name="Google Shape;10308;p78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9" name="Google Shape;10309;p78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0" name="Google Shape;10310;p78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1" name="Google Shape;10311;p78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12" name="Google Shape;10312;p78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313" name="Google Shape;10313;p78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4" name="Google Shape;10314;p78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5" name="Google Shape;10315;p78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6" name="Google Shape;10316;p78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7" name="Google Shape;10317;p78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78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78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20" name="Google Shape;10320;p78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321" name="Google Shape;10321;p78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2" name="Google Shape;10322;p78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3" name="Google Shape;10323;p78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4" name="Google Shape;10324;p78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5" name="Google Shape;10325;p78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6" name="Google Shape;10326;p78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7" name="Google Shape;10327;p78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28" name="Google Shape;10328;p78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329" name="Google Shape;10329;p78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330" name="Google Shape;10330;p78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331" name="Google Shape;10331;p78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332" name="Google Shape;10332;p78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3" name="Google Shape;10333;p78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4" name="Google Shape;10334;p78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5" name="Google Shape;10335;p78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6" name="Google Shape;10336;p78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7" name="Google Shape;10337;p78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8" name="Google Shape;10338;p78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39" name="Google Shape;10339;p78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340" name="Google Shape;10340;p78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1" name="Google Shape;10341;p78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2" name="Google Shape;10342;p78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3" name="Google Shape;10343;p78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4" name="Google Shape;10344;p78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5" name="Google Shape;10345;p78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6" name="Google Shape;10346;p78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47" name="Google Shape;10347;p78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348" name="Google Shape;10348;p78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8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8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8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352" name="Google Shape;10352;p78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53" name="Google Shape;10353;p78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54" name="Google Shape;10354;p78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55" name="Google Shape;10355;p78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0356" name="Google Shape;10356;p78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7" name="Google Shape;10357;p78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358" name="Google Shape;10358;p78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8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8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8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8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8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8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8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78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367" name="Google Shape;10367;p78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368" name="Google Shape;10368;p78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369" name="Google Shape;10369;p78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0" name="Google Shape;10370;p78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71" name="Google Shape;10371;p78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372" name="Google Shape;10372;p78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73" name="Google Shape;10373;p78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74" name="Google Shape;10374;p78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375" name="Google Shape;10375;p78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376" name="Google Shape;10376;p78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7" name="Google Shape;10377;p78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78" name="Google Shape;10378;p78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379" name="Google Shape;10379;p78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80" name="Google Shape;10380;p78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81" name="Google Shape;10381;p78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382" name="Google Shape;10382;p78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383" name="Google Shape;10383;p78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4" name="Google Shape;10384;p78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85" name="Google Shape;10385;p78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386" name="Google Shape;10386;p78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87" name="Google Shape;10387;p78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88" name="Google Shape;10388;p78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389" name="Google Shape;10389;p78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390" name="Google Shape;10390;p78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1" name="Google Shape;10391;p78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92" name="Google Shape;10392;p78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393" name="Google Shape;10393;p78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94" name="Google Shape;10394;p78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0395" name="Google Shape;10395;p78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396" name="Google Shape;10396;p78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397" name="Google Shape;10397;p78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98" name="Google Shape;10398;p78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399" name="Google Shape;10399;p78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00" name="Google Shape;10400;p78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01" name="Google Shape;10401;p78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402" name="Google Shape;10402;p78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03" name="Google Shape;10403;p78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404" name="Google Shape;10404;p78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05" name="Google Shape;10405;p78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06" name="Google Shape;10406;p78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407" name="Google Shape;10407;p78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08" name="Google Shape;10408;p78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409" name="Google Shape;10409;p78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10" name="Google Shape;10410;p78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11" name="Google Shape;10411;p78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412" name="Google Shape;10412;p78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13" name="Google Shape;10413;p78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414" name="Google Shape;10414;p78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15" name="Google Shape;10415;p78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419" name="Shape 10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0" name="Google Shape;10420;p7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21" name="Google Shape;10421;p79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22" name="Google Shape;10422;p79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0423" name="Google Shape;10423;p79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9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9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9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9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8" name="Google Shape;10428;p79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9" name="Google Shape;10429;p79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0430" name="Google Shape;10430;p79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9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9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3" name="Google Shape;10433;p79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0434" name="Google Shape;10434;p79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9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9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9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8" name="Google Shape;10438;p79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0439" name="Google Shape;10439;p79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9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9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9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3" name="Google Shape;10443;p79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0444" name="Google Shape;10444;p79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9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9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9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9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9" name="Google Shape;10449;p79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0" name="Google Shape;10450;p79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0451" name="Google Shape;10451;p79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9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9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4" name="Google Shape;10454;p79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5" name="Google Shape;10455;p79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0456" name="Google Shape;10456;p79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9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9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9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0" name="Google Shape;10460;p79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0461" name="Google Shape;10461;p79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79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3" name="Google Shape;10463;p79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0464" name="Google Shape;10464;p79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9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6" name="Google Shape;10466;p79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0467" name="Google Shape;10467;p79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9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9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9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9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9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3" name="Google Shape;10473;p79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0474" name="Google Shape;10474;p79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9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9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9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9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9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9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9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9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9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9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9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9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9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9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9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79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1" name="Google Shape;10491;p79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0492" name="Google Shape;10492;p79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9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9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9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9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9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8" name="Google Shape;10498;p79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0499" name="Google Shape;10499;p79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79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9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9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9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4" name="Google Shape;10504;p79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0505" name="Google Shape;10505;p79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9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7" name="Google Shape;10507;p79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0508" name="Google Shape;10508;p79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9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9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1" name="Google Shape;10511;p79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0512" name="Google Shape;10512;p79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79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9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79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0516" name="Google Shape;10516;p79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9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8" name="Google Shape;10518;p79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0519" name="Google Shape;10519;p79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9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9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9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3" name="Google Shape;10523;p79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0524" name="Google Shape;10524;p79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9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6" name="Google Shape;10526;p79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0527" name="Google Shape;10527;p79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9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9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9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9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9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9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9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9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9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9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9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9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9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9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9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9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9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5" name="Google Shape;10545;p79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0546" name="Google Shape;10546;p79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9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9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9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9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9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2" name="Google Shape;10552;p79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3" name="Google Shape;10553;p79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0554" name="Google Shape;10554;p79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9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9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79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9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9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0" name="Google Shape;10560;p79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0561" name="Google Shape;10561;p79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9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9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9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9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9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7" name="Google Shape;10567;p79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0568" name="Google Shape;10568;p79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9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9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1" name="Google Shape;10571;p79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72" name="Google Shape;10572;p79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0573" name="Google Shape;10573;p79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9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9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9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9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9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9" name="Google Shape;10579;p79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0" name="Google Shape;10580;p79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0581" name="Google Shape;10581;p79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9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9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4" name="Google Shape;10584;p79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0585" name="Google Shape;10585;p79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9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9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9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79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9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9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9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9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9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9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9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9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9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9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9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9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2" name="Google Shape;10602;p79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0603" name="Google Shape;10603;p79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9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9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9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9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9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9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9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9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9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9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9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9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9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7" name="Google Shape;10617;p79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0618" name="Google Shape;10618;p79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79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79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9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9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9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9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79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79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7" name="Google Shape;10627;p79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0628" name="Google Shape;10628;p79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9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9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79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9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9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9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5" name="Google Shape;10635;p79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0636" name="Google Shape;10636;p79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9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8" name="Google Shape;10638;p79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0639" name="Google Shape;10639;p79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9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1" name="Google Shape;10641;p79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2" name="Google Shape;10642;p79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0643" name="Google Shape;10643;p79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9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9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9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9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9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9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0" name="Google Shape;10650;p79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0651" name="Google Shape;10651;p79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79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3" name="Google Shape;10653;p79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4" name="Google Shape;10654;p79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0655" name="Google Shape;10655;p79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9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7" name="Google Shape;10657;p79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0658" name="Google Shape;10658;p79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79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9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9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9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3" name="Google Shape;10663;p79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0664" name="Google Shape;10664;p79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9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9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9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9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9" name="Google Shape;10669;p79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0" name="Google Shape;10670;p79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0671" name="Google Shape;10671;p79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9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9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9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9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6" name="Google Shape;10676;p79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0677" name="Google Shape;10677;p79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9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9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9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9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2" name="Google Shape;10682;p79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0683" name="Google Shape;10683;p79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9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9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9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9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79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0689" name="Google Shape;10689;p79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9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9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2" name="Google Shape;10692;p79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0693" name="Google Shape;10693;p79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9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9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9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7" name="Google Shape;10697;p79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0698" name="Google Shape;10698;p79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79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9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9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2" name="Google Shape;10702;p79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0703" name="Google Shape;10703;p79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9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9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79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0707" name="Google Shape;10707;p79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79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09" name="Google Shape;10709;p79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10" name="Google Shape;10710;p79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0711" name="Google Shape;10711;p79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9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9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9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9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9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7" name="Google Shape;10717;p79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0718" name="Google Shape;10718;p79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9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0" name="Google Shape;10720;p79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0721" name="Google Shape;10721;p79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9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9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9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9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9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7" name="Google Shape;10727;p79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0728" name="Google Shape;10728;p79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9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79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0731" name="Google Shape;10731;p79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9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9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9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9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79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79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9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79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9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1" name="Google Shape;10741;p79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0742" name="Google Shape;10742;p79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9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9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9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6" name="Google Shape;10746;p79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0747" name="Google Shape;10747;p79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9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9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9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9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9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9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9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9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9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9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9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9" name="Google Shape;10759;p79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0" name="Google Shape;10760;p79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0761" name="Google Shape;10761;p79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9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9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9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79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9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9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8" name="Google Shape;10768;p79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0769" name="Google Shape;10769;p79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9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9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9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9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9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9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79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7" name="Google Shape;10777;p79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0778" name="Google Shape;10778;p79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9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9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9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2" name="Google Shape;10782;p79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0783" name="Google Shape;10783;p79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9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9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9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7" name="Google Shape;10787;p79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0788" name="Google Shape;10788;p79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9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9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9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79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96" name="Shape 10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7" name="Google Shape;10797;p80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98" name="Google Shape;10798;p80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99" name="Google Shape;10799;p80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0800" name="Google Shape;10800;p80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80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80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80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80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5" name="Google Shape;10805;p80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0806" name="Google Shape;10806;p80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80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80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80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0" name="Google Shape;10810;p80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0811" name="Google Shape;10811;p80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80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80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80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80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80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80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8" name="Google Shape;10818;p80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0819" name="Google Shape;10819;p80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80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1" name="Google Shape;10821;p80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0822" name="Google Shape;10822;p80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80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4" name="Google Shape;10824;p80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0825" name="Google Shape;10825;p80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80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7" name="Google Shape;10827;p80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28" name="Google Shape;10828;p80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0829" name="Google Shape;10829;p80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80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80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80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3" name="Google Shape;10833;p80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4" name="Google Shape;10834;p80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5" name="Google Shape;10835;p80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0836" name="Google Shape;10836;p80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80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80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80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0" name="Google Shape;10840;p80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0841" name="Google Shape;10841;p80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80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80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80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5" name="Google Shape;10845;p80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0846" name="Google Shape;10846;p80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80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80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80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80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80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80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80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80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80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6" name="Google Shape;10856;p80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0857" name="Google Shape;10857;p80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80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80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80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80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80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80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80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80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6" name="Google Shape;10866;p80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7" name="Google Shape;10867;p80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0868" name="Google Shape;10868;p80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80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80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1" name="Google Shape;10871;p80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0872" name="Google Shape;10872;p80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80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80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80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80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80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80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9" name="Google Shape;10879;p80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0880" name="Google Shape;10880;p80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80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80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80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84" name="Google Shape;10884;p80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85" name="Google Shape;10885;p80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0886" name="Google Shape;10886;p80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80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8" name="Google Shape;10888;p80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0889" name="Google Shape;10889;p80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80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80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80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80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80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5" name="Google Shape;10895;p80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0896" name="Google Shape;10896;p80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80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8" name="Google Shape;10898;p80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0899" name="Google Shape;10899;p80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80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1" name="Google Shape;10901;p80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0902" name="Google Shape;10902;p80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80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80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5" name="Google Shape;10905;p80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0906" name="Google Shape;10906;p80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80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80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80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0" name="Google Shape;10910;p80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0911" name="Google Shape;10911;p80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80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3" name="Google Shape;10913;p80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0914" name="Google Shape;10914;p80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80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80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80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80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9" name="Google Shape;10919;p80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0920" name="Google Shape;10920;p80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80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80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80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80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80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80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80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8" name="Google Shape;10928;p80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0929" name="Google Shape;10929;p80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80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80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80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80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80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80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80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80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80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80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0" name="Google Shape;10940;p80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0941" name="Google Shape;10941;p80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80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80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80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80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6" name="Google Shape;10946;p80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0947" name="Google Shape;10947;p80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80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9" name="Google Shape;10949;p80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0950" name="Google Shape;10950;p80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80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2" name="Google Shape;10952;p80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0953" name="Google Shape;10953;p80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80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80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80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7" name="Google Shape;10957;p80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0958" name="Google Shape;10958;p80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80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0" name="Google Shape;10960;p80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0961" name="Google Shape;10961;p80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80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80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4" name="Google Shape;10964;p80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0965" name="Google Shape;10965;p80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80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80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8" name="Google Shape;10968;p80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0969" name="Google Shape;10969;p80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80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1" name="Google Shape;10971;p80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2" name="Google Shape;10972;p80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3" name="Google Shape;10973;p80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74" name="Google Shape;10974;p80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0975" name="Google Shape;10975;p80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80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80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80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80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80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80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80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80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80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5" name="Google Shape;10985;p80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0986" name="Google Shape;10986;p80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80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80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80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0" name="Google Shape;10990;p80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0991" name="Google Shape;10991;p80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80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3" name="Google Shape;10993;p80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4" name="Google Shape;10994;p80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0995" name="Google Shape;10995;p80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80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80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8" name="Google Shape;10998;p80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0999" name="Google Shape;10999;p80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80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80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80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80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80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80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80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80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8" name="Google Shape;11008;p80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1009" name="Google Shape;11009;p80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80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80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80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13" name="Google Shape;11013;p80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14" name="Google Shape;11014;p80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1015" name="Google Shape;11015;p80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80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80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8" name="Google Shape;11018;p80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1019" name="Google Shape;11019;p80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80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1" name="Google Shape;11021;p80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1022" name="Google Shape;11022;p80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80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80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80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80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7" name="Google Shape;11027;p80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1028" name="Google Shape;11028;p80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80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80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80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2" name="Google Shape;11032;p80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1033" name="Google Shape;11033;p80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80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35" name="Google Shape;11035;p80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6" name="Google Shape;11036;p80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7" name="Google Shape;11037;p80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1038" name="Google Shape;11038;p80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80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80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1" name="Google Shape;11041;p80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1042" name="Google Shape;11042;p80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80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80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80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80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7" name="Google Shape;11047;p80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1048" name="Google Shape;11048;p80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80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0" name="Google Shape;11050;p80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51" name="Google Shape;11051;p80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1052" name="Google Shape;11052;p80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80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80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80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80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7" name="Google Shape;11057;p80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1058" name="Google Shape;11058;p80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80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80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80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80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80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80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80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80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80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80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80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0" name="Google Shape;11070;p80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71" name="Google Shape;11071;p80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1072" name="Google Shape;11072;p80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80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80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5" name="Google Shape;11075;p80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6" name="Google Shape;11076;p80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77" name="Google Shape;11077;p80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1078" name="Google Shape;11078;p80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80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80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81" name="Google Shape;11081;p80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82" name="Google Shape;11082;p80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1083" name="Google Shape;11083;p80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80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80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6" name="Google Shape;11086;p80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1087" name="Google Shape;11087;p80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80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80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80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91" name="Google Shape;11091;p80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92" name="Google Shape;11092;p80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1093" name="Google Shape;11093;p80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80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80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80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80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80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80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80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80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80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3" name="Google Shape;11103;p80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1104" name="Google Shape;11104;p80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80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80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80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80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9" name="Google Shape;11109;p80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1110" name="Google Shape;11110;p80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80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2" name="Google Shape;11112;p80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1113" name="Google Shape;11113;p80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80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80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80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80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80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80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80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80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80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80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80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80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26" name="Google Shape;11126;p80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27" name="Google Shape;11127;p80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1128" name="Google Shape;11128;p80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80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80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80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80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80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80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80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80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80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80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80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0" name="Google Shape;11140;p80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1141" name="Google Shape;11141;p80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80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3" name="Google Shape;11143;p80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1144" name="Google Shape;11144;p80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80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80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7" name="Google Shape;11147;p80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1148" name="Google Shape;11148;p80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80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80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80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2" name="Google Shape;11152;p80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1153" name="Google Shape;11153;p80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80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80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56" name="Google Shape;11156;p80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7" name="Google Shape;11157;p80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1158" name="Google Shape;11158;p80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80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0" name="Google Shape;11160;p80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1161" name="Google Shape;11161;p80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80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80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4" name="Google Shape;11164;p80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1165" name="Google Shape;11165;p80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80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80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80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80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80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71" name="Google Shape;11171;p80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2" name="Google Shape;11172;p80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73" name="Google Shape;11173;p80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1174" name="Google Shape;11174;p80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80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80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7" name="Google Shape;11177;p80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1178" name="Google Shape;11178;p80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80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80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1" name="Google Shape;11181;p80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1182" name="Google Shape;11182;p80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80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4" name="Google Shape;11184;p80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1185" name="Google Shape;11185;p80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80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7" name="Google Shape;11187;p80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1188" name="Google Shape;11188;p80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80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80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80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92" name="Google Shape;11192;p80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93" name="Google Shape;11193;p80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1194" name="Google Shape;11194;p80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80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6" name="Google Shape;11196;p80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1197" name="Google Shape;11197;p80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80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80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80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1" name="Google Shape;11201;p80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1202" name="Google Shape;11202;p80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80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80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5" name="Google Shape;11205;p80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1206" name="Google Shape;11206;p80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80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8" name="Google Shape;11208;p80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1209" name="Google Shape;11209;p80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80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80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80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80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80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80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16" name="Google Shape;11216;p80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7" name="Google Shape;11217;p80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18" name="Google Shape;11218;p80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219" name="Google Shape;11219;p80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80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1" name="Google Shape;11221;p80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222" name="Google Shape;11222;p80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80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227" name="Shape 1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8" name="Google Shape;11228;p81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29" name="Google Shape;11229;p81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30" name="Google Shape;11230;p81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231" name="Google Shape;11231;p81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81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81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81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81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81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81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81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81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81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81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81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81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4" name="Google Shape;11244;p81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245" name="Google Shape;11245;p81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81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81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81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81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0" name="Google Shape;11250;p81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251" name="Google Shape;11251;p81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81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81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81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81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81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81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81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81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81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81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81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81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81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81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81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81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8" name="Google Shape;11268;p81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269" name="Google Shape;11269;p81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81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81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81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3" name="Google Shape;11273;p81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274" name="Google Shape;11274;p81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81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81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81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81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81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81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81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81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81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81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81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81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81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81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81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81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1" name="Google Shape;11291;p81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292" name="Google Shape;11292;p81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81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81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81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81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7" name="Google Shape;11297;p81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298" name="Google Shape;11298;p81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81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81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81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81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81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81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5" name="Google Shape;11305;p81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306" name="Google Shape;11306;p81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81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81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81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81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81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2" name="Google Shape;11312;p81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313" name="Google Shape;11313;p81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81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81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81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81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81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81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81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81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2" name="Google Shape;11322;p81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323" name="Google Shape;11323;p81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81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81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81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81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8" name="Google Shape;11328;p81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329" name="Google Shape;11329;p81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81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81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81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81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81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81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81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81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81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81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81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81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81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81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81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81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6" name="Google Shape;11346;p81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347" name="Google Shape;11347;p81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81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81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81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81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2" name="Google Shape;11352;p81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353" name="Google Shape;11353;p81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81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81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81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7" name="Google Shape;11357;p81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358" name="Google Shape;11358;p81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81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81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81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2" name="Google Shape;11362;p81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363" name="Google Shape;11363;p81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81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81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81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7" name="Google Shape;11367;p81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368" name="Google Shape;11368;p81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81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81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81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81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81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81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81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81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81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81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81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81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81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81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81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81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5" name="Google Shape;11385;p81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386" name="Google Shape;11386;p81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81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8" name="Google Shape;11388;p81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389" name="Google Shape;11389;p81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81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91" name="Google Shape;11391;p81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92" name="Google Shape;11392;p81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393" name="Google Shape;11393;p81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81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81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81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7" name="Google Shape;11397;p81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398" name="Google Shape;11398;p81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81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81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81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81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81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81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81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81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81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81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81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81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1" name="Google Shape;11411;p81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412" name="Google Shape;11412;p81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81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81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81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16" name="Google Shape;11416;p81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7" name="Google Shape;11417;p81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418" name="Google Shape;11418;p81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81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81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81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81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81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81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81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81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81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81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81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81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81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81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81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81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5" name="Google Shape;11435;p81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436" name="Google Shape;11436;p81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81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81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9" name="Google Shape;11439;p81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440" name="Google Shape;11440;p81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81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81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43" name="Google Shape;11443;p81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4" name="Google Shape;11444;p81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445" name="Google Shape;11445;p81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81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81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81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9" name="Google Shape;11449;p81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450" name="Google Shape;11450;p81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81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2" name="Google Shape;11452;p81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453" name="Google Shape;11453;p81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81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81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81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81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81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81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81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81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62" name="Google Shape;11462;p81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63" name="Google Shape;11463;p81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464" name="Google Shape;11464;p81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81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81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81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81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9" name="Google Shape;11469;p81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470" name="Google Shape;11470;p81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81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81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81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81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81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81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7" name="Google Shape;11477;p81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478" name="Google Shape;11478;p81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81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81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81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81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81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81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81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81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81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81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81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81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91" name="Google Shape;11491;p81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92" name="Google Shape;11492;p81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493" name="Google Shape;11493;p81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81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81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6" name="Google Shape;11496;p81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497" name="Google Shape;11497;p81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81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81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81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81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81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3" name="Google Shape;11503;p81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504" name="Google Shape;11504;p81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81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81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7" name="Google Shape;11507;p81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508" name="Google Shape;11508;p81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81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81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81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81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81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4" name="Google Shape;11514;p81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515" name="Google Shape;11515;p81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81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7" name="Google Shape;11517;p81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518" name="Google Shape;11518;p81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81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81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81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2" name="Google Shape;11522;p81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523" name="Google Shape;11523;p81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81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5" name="Google Shape;11525;p81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526" name="Google Shape;11526;p81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81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81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81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81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81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81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3" name="Google Shape;11533;p81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534" name="Google Shape;11534;p81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81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81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7" name="Google Shape;11537;p81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538" name="Google Shape;11538;p81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81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81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81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81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81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81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81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81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7" name="Google Shape;11547;p81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548" name="Google Shape;11548;p81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81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81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81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81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81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81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81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6" name="Google Shape;11556;p81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557" name="Google Shape;11557;p81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81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81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81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81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81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81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81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81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81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81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81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81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81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81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81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3" name="Google Shape;11573;p81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574" name="Google Shape;11574;p81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81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81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81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81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9" name="Google Shape;11579;p81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580" name="Google Shape;11580;p81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81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81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81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81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81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81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81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81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81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81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81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81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81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81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81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81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81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81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81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0" name="Google Shape;11600;p81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601" name="Google Shape;11601;p81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81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81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81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81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6" name="Google Shape;11606;p81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607" name="Google Shape;11607;p81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81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81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81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81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81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81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81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81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81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81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8" name="Google Shape;11618;p81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619" name="Google Shape;11619;p81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81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81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81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81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81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81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81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81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81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81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81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1" name="Google Shape;11631;p81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632" name="Google Shape;11632;p81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81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81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5" name="Google Shape;11635;p81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636" name="Google Shape;11636;p81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81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81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81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81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81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81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81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4" name="Google Shape;11644;p81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645" name="Google Shape;11645;p81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81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81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81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49" name="Google Shape;11649;p81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50" name="Google Shape;11650;p81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651" name="Google Shape;11651;p81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81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81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81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81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81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81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81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9" name="Google Shape;11659;p81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660" name="Google Shape;11660;p81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81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81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3" name="Google Shape;11663;p81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664" name="Google Shape;11664;p81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81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6" name="Google Shape;11666;p81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667" name="Google Shape;11667;p81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81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81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81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81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2" name="Google Shape;11672;p81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1673" name="Google Shape;11673;p81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81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81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6" name="Google Shape;11676;p81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1677" name="Google Shape;11677;p81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81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81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81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81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81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81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4" name="Google Shape;11684;p81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1685" name="Google Shape;11685;p81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81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81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81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9" name="Google Shape;11689;p81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1690" name="Google Shape;11690;p81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81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81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81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81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81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81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81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8" name="Google Shape;11698;p81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1699" name="Google Shape;11699;p81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81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81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81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81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81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81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81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81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8" name="Google Shape;11708;p81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1709" name="Google Shape;11709;p81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81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81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81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81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81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5" name="Google Shape;11715;p81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1716" name="Google Shape;11716;p81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81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81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81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81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1" name="Google Shape;11721;p81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1722" name="Google Shape;11722;p81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81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81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81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6" name="Google Shape;11726;p81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1727" name="Google Shape;11727;p81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81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81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81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81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2" name="Google Shape;11732;p81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1733" name="Google Shape;11733;p81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81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81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81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81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8" name="Google Shape;11738;p81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1739" name="Google Shape;11739;p81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40" name="Google Shape;11740;p81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1741" name="Google Shape;11741;p81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2" name="Google Shape;11742;p81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3" name="Google Shape;11743;p81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44" name="Google Shape;11744;p81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1745" name="Google Shape;11745;p81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81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81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81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81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81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81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81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81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81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5" name="Google Shape;11755;p81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1756" name="Google Shape;11756;p81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81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81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81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81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81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81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81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81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81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81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81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81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9" name="Google Shape;11769;p81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1770" name="Google Shape;11770;p81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81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81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81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81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81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6" name="Google Shape;11776;p81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1777" name="Google Shape;11777;p81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81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81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81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81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81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3" name="Google Shape;11783;p81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1784" name="Google Shape;11784;p81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81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81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81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8" name="Google Shape;11788;p81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1789" name="Google Shape;11789;p81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81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81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81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81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81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81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81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81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81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81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0" name="Google Shape;11800;p81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1801" name="Google Shape;11801;p81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81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81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81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5" name="Google Shape;11805;p81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1806" name="Google Shape;11806;p81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81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8" name="Google Shape;11808;p81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1809" name="Google Shape;11809;p81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81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81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81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81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4" name="Google Shape;11814;p81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1815" name="Google Shape;11815;p81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81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81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8" name="Google Shape;11818;p81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19" name="Google Shape;11819;p81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1820" name="Google Shape;11820;p81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81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2" name="Google Shape;11822;p81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1823" name="Google Shape;11823;p81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81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81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81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7" name="Google Shape;11827;p81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1828" name="Google Shape;11828;p81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81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81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81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81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81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81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81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81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81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81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9" name="Google Shape;11839;p81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1840" name="Google Shape;11840;p81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81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81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81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4" name="Google Shape;11844;p81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1845" name="Google Shape;11845;p81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81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81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81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81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81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81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81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81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4" name="Google Shape;11854;p81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1855" name="Google Shape;11855;p81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81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81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81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81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81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81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81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3" name="Google Shape;11863;p81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1864" name="Google Shape;11864;p81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81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6" name="Google Shape;11866;p81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1867" name="Google Shape;11867;p81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81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81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81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1" name="Google Shape;11871;p81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1872" name="Google Shape;11872;p81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81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81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81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81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81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81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81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81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81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2" name="Google Shape;11882;p81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1883" name="Google Shape;11883;p81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81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81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81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81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8" name="Google Shape;11888;p81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1889" name="Google Shape;11889;p81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81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1" name="Google Shape;11891;p81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1892" name="Google Shape;11892;p81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81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81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81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81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81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81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9" name="Google Shape;11899;p81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1900" name="Google Shape;11900;p81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81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81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81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81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81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81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81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81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81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81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81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81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81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81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81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81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81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18" name="Google Shape;11918;p81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19" name="Google Shape;11919;p81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1920" name="Google Shape;11920;p81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81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81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81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4" name="Google Shape;11924;p81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1925" name="Google Shape;11925;p81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81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81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81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81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81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81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81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81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81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35" name="Google Shape;11935;p81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36" name="Google Shape;11936;p81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1937" name="Google Shape;11937;p81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81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9" name="Google Shape;11939;p81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1940" name="Google Shape;11940;p81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81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81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81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81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81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6" name="Google Shape;11946;p81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1947" name="Google Shape;11947;p81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81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49" name="Google Shape;11949;p81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50" name="Google Shape;11950;p81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1951" name="Google Shape;11951;p81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81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81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81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81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81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7" name="Google Shape;11957;p81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1958" name="Google Shape;11958;p81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81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81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81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81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81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81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81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81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81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81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81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81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81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81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81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81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81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76" name="Google Shape;11976;p81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77" name="Google Shape;11977;p81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1978" name="Google Shape;11978;p81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81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0" name="Google Shape;11980;p81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1981" name="Google Shape;11981;p81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81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81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81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5" name="Google Shape;11985;p81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1986" name="Google Shape;11986;p81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81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81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81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81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1" name="Google Shape;11991;p81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1992" name="Google Shape;11992;p81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81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81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81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6" name="Google Shape;11996;p81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1997" name="Google Shape;11997;p81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81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9" name="Google Shape;11999;p81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2000" name="Google Shape;12000;p81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81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81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81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81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81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81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81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81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81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81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81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81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81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81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81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81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020" name="Shape 12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1" name="Google Shape;12021;p82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22" name="Google Shape;12022;p82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023" name="Google Shape;12023;p82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2024" name="Google Shape;12024;p82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82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82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82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82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82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82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1" name="Google Shape;12031;p82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2032" name="Google Shape;12032;p82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82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82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5" name="Google Shape;12035;p82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2036" name="Google Shape;12036;p82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82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82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82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82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1" name="Google Shape;12041;p82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2042" name="Google Shape;12042;p82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82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4" name="Google Shape;12044;p82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2045" name="Google Shape;12045;p82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82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82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82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82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0" name="Google Shape;12050;p82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2051" name="Google Shape;12051;p82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82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82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82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82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82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82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8" name="Google Shape;12058;p82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2059" name="Google Shape;12059;p82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82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82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82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82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82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82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82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7" name="Google Shape;12067;p82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2068" name="Google Shape;12068;p82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82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82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1" name="Google Shape;12071;p82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2072" name="Google Shape;12072;p82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82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82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82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82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82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82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9" name="Google Shape;12079;p82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2080" name="Google Shape;12080;p82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82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82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82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82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82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82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87" name="Google Shape;12087;p82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88" name="Google Shape;12088;p82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2089" name="Google Shape;12089;p82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82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82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2" name="Google Shape;12092;p82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2093" name="Google Shape;12093;p82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82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82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82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82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8" name="Google Shape;12098;p82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2099" name="Google Shape;12099;p82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82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82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82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82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82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5" name="Google Shape;12105;p82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2106" name="Google Shape;12106;p82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82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82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82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82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82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82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3" name="Google Shape;12113;p82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2114" name="Google Shape;12114;p82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82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82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82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82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82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82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1" name="Google Shape;12121;p82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2122" name="Google Shape;12122;p82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82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82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82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82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82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8" name="Google Shape;12128;p82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2129" name="Google Shape;12129;p82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82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82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82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3" name="Google Shape;12133;p82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2134" name="Google Shape;12134;p82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82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82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82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8" name="Google Shape;12138;p82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2139" name="Google Shape;12139;p82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82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82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82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82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4" name="Google Shape;12144;p82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2145" name="Google Shape;12145;p82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82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82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82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82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82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82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2" name="Google Shape;12152;p82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2153" name="Google Shape;12153;p82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82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82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82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82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8" name="Google Shape;12158;p82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2159" name="Google Shape;12159;p82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82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82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82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82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82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5" name="Google Shape;12165;p82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2166" name="Google Shape;12166;p82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82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82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82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82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82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2" name="Google Shape;12172;p82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2173" name="Google Shape;12173;p82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82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82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82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7" name="Google Shape;12177;p82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2178" name="Google Shape;12178;p82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82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82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82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82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82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4" name="Google Shape;12184;p82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2185" name="Google Shape;12185;p82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82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82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82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9" name="Google Shape;12189;p82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2190" name="Google Shape;12190;p82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82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82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82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82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5" name="Google Shape;12195;p82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2196" name="Google Shape;12196;p82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82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82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82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0" name="Google Shape;12200;p82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2201" name="Google Shape;12201;p82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82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82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82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82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6" name="Google Shape;12206;p82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2207" name="Google Shape;12207;p82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82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82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82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82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82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82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4" name="Google Shape;12214;p82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215" name="Google Shape;12215;p82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82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82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82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82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0" name="Google Shape;12220;p82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221" name="Google Shape;12221;p82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82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82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82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5" name="Google Shape;12225;p82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226" name="Google Shape;12226;p82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82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82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82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82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1" name="Google Shape;12231;p82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232" name="Google Shape;12232;p82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82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82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82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82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7" name="Google Shape;12237;p82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238" name="Google Shape;12238;p82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82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82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82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82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3" name="Google Shape;12243;p82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244" name="Google Shape;12244;p82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82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82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7" name="Google Shape;12247;p82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248" name="Google Shape;12248;p82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82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82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82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2" name="Google Shape;12252;p82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253" name="Google Shape;12253;p82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82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82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82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82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82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9" name="Google Shape;12259;p82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260" name="Google Shape;12260;p82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82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2" name="Google Shape;12262;p82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263" name="Google Shape;12263;p82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82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82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82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82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82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9" name="Google Shape;12269;p82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270" name="Google Shape;12270;p82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82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82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82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82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82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6" name="Google Shape;12276;p82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277" name="Google Shape;12277;p82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82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82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82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82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82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82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82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82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82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7" name="Google Shape;12287;p82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288" name="Google Shape;12288;p82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82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82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82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82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82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82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82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6" name="Google Shape;12296;p82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297" name="Google Shape;12297;p82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82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82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82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82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82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82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82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82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82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82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82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82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82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82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82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82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82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82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82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82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82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82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0" name="Google Shape;12320;p82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321" name="Google Shape;12321;p82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82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82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82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82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6" name="Google Shape;12326;p82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327" name="Google Shape;12327;p82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82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82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0" name="Google Shape;12330;p82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331" name="Google Shape;12331;p82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82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82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82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82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82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82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82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9" name="Google Shape;12339;p82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340" name="Google Shape;12340;p82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82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82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82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82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82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82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82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8" name="Google Shape;12348;p82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349" name="Google Shape;12349;p82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82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82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82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82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82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82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82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7" name="Google Shape;12357;p82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358" name="Google Shape;12358;p82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82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82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82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82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82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82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82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82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82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8" name="Google Shape;12368;p82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369" name="Google Shape;12369;p82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82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82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82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82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82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5" name="Google Shape;12375;p82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376" name="Google Shape;12376;p82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82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82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82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82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82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2" name="Google Shape;12382;p82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383" name="Google Shape;12383;p82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82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82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82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82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8" name="Google Shape;12388;p82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389" name="Google Shape;12389;p82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82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82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82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82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4" name="Google Shape;12394;p82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395" name="Google Shape;12395;p82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82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82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82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9" name="Google Shape;12399;p82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400" name="Google Shape;12400;p82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82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82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82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82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82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6" name="Google Shape;12406;p82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407" name="Google Shape;12407;p82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82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82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82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82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2" name="Google Shape;12412;p82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413" name="Google Shape;12413;p82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82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82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82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82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82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82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82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82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82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82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4" name="Google Shape;12424;p82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425" name="Google Shape;12425;p82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82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82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82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82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82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82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82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3" name="Google Shape;12433;p82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434" name="Google Shape;12434;p82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82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82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82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82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82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82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82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82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43" name="Google Shape;12443;p82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44" name="Google Shape;12444;p82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445" name="Google Shape;12445;p82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82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82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82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49" name="Google Shape;12449;p82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50" name="Google Shape;12450;p82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451" name="Google Shape;12451;p82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82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82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82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82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82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82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82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9" name="Google Shape;12459;p82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460" name="Google Shape;12460;p82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82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82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82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82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5" name="Google Shape;12465;p82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466" name="Google Shape;12466;p82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82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82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82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82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82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2" name="Google Shape;12472;p82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473" name="Google Shape;12473;p82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82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82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82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82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82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82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82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82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82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3" name="Google Shape;12483;p82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484" name="Google Shape;12484;p82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82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82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82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82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82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0" name="Google Shape;12490;p82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491" name="Google Shape;12491;p82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82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82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82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82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82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82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82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9" name="Google Shape;12499;p82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500" name="Google Shape;12500;p82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82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82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82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82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82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82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7" name="Google Shape;12507;p82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508" name="Google Shape;12508;p82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82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82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82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82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82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4" name="Google Shape;12514;p82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515" name="Google Shape;12515;p82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82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82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82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82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0" name="Google Shape;12520;p82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521" name="Google Shape;12521;p82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82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82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82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82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82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7" name="Google Shape;12527;p82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528" name="Google Shape;12528;p82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82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82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82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82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82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82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82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6" name="Google Shape;12536;p82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537" name="Google Shape;12537;p82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82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82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82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1" name="Google Shape;12541;p82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542" name="Google Shape;12542;p82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82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82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82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82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7" name="Google Shape;12547;p82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548" name="Google Shape;12548;p82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82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82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82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82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3" name="Google Shape;12553;p82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554" name="Google Shape;12554;p82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82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82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82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82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82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82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1" name="Google Shape;12561;p82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562" name="Google Shape;12562;p82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82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82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82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82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82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82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82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0" name="Google Shape;12570;p82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571" name="Google Shape;12571;p82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82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82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82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82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82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82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82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9" name="Google Shape;12579;p82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580" name="Google Shape;12580;p82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82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82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3" name="Google Shape;12583;p82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584" name="Google Shape;12584;p82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82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82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82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8" name="Google Shape;12588;p82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589" name="Google Shape;12589;p82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82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82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82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82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82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5" name="Google Shape;12595;p82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596" name="Google Shape;12596;p82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82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82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82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82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82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82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3" name="Google Shape;12603;p82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604" name="Google Shape;12604;p82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82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82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82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82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82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82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1" name="Google Shape;12611;p82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612" name="Google Shape;12612;p82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82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82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82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82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82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8" name="Google Shape;12618;p82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619" name="Google Shape;12619;p82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82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82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82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82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82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82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82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82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82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82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82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82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2" name="Google Shape;12632;p82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633" name="Google Shape;12633;p82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82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82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82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7" name="Google Shape;12637;p82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638" name="Google Shape;12638;p82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82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82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82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82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82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82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82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82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82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82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82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82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51" name="Google Shape;12651;p82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52" name="Google Shape;12652;p82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653" name="Google Shape;12653;p82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82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82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82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82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82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82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82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82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2" name="Google Shape;12662;p82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663" name="Google Shape;12663;p82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82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82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82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82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8" name="Google Shape;12668;p82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669" name="Google Shape;12669;p82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82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82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82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3" name="Google Shape;12673;p82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2674" name="Google Shape;12674;p82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82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82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82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82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9" name="Google Shape;12679;p82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2680" name="Google Shape;12680;p82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82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82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82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82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82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82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82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82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82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0" name="Google Shape;12690;p82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2691" name="Google Shape;12691;p82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82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82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82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82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82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82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82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82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82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82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2" name="Google Shape;12702;p82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2703" name="Google Shape;12703;p82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82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82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82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7" name="Google Shape;12707;p82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2708" name="Google Shape;12708;p82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82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82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82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82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82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4" name="Google Shape;12714;p82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2715" name="Google Shape;12715;p82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82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82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82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9" name="Google Shape;12719;p82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2720" name="Google Shape;12720;p82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82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82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82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82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5" name="Google Shape;12725;p82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2726" name="Google Shape;12726;p82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82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82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82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82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82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2" name="Google Shape;12732;p82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2733" name="Google Shape;12733;p82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82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82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82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82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82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82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0" name="Google Shape;12740;p82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2741" name="Google Shape;12741;p82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82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82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82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5" name="Google Shape;12745;p82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2746" name="Google Shape;12746;p82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82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82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82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82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1" name="Google Shape;12751;p82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2752" name="Google Shape;12752;p82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82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82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82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82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82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761" name="Shape 1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2" name="Google Shape;12762;p8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63" name="Google Shape;12763;p8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64" name="Google Shape;12764;p83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2765" name="Google Shape;12765;p83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83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83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83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83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83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83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83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83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83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83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83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83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83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83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83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83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83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4" name="Google Shape;12794;p83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2795" name="Google Shape;12795;p83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83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7" name="Google Shape;12797;p83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2798" name="Google Shape;12798;p83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83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0" name="Google Shape;12800;p83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2801" name="Google Shape;12801;p83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83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83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4" name="Google Shape;12804;p83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2805" name="Google Shape;12805;p83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83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83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83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83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0" name="Google Shape;12810;p83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2811" name="Google Shape;12811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83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83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83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83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83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2" name="Google Shape;12822;p83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23" name="Google Shape;12823;p83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2824" name="Google Shape;12824;p83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83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6" name="Google Shape;12826;p83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27" name="Google Shape;12827;p83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2828" name="Google Shape;12828;p83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83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83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83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83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83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83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35" name="Google Shape;12835;p83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36" name="Google Shape;12836;p83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2837" name="Google Shape;12837;p83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83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83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83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1" name="Google Shape;12841;p83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2842" name="Google Shape;12842;p83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83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83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83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83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83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83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83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83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83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83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83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83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0" name="Google Shape;12860;p83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2861" name="Google Shape;12861;p83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83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83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83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83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83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7" name="Google Shape;12867;p83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2868" name="Google Shape;12868;p83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83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83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83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83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83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83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83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83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7" name="Google Shape;12877;p83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2878" name="Google Shape;12878;p83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83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0" name="Google Shape;12880;p83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2881" name="Google Shape;12881;p83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83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83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4" name="Google Shape;12884;p83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2885" name="Google Shape;12885;p83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83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83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83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83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0" name="Google Shape;12890;p83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2891" name="Google Shape;12891;p83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83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93" name="Google Shape;12893;p83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94" name="Google Shape;12894;p83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2895" name="Google Shape;12895;p83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83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7" name="Google Shape;12897;p83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2898" name="Google Shape;12898;p83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83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83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83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83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83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83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5" name="Google Shape;12905;p83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2906" name="Google Shape;12906;p83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83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83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83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0" name="Google Shape;12910;p83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2911" name="Google Shape;12911;p83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83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83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83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5" name="Google Shape;12915;p83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2916" name="Google Shape;12916;p83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83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83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83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0" name="Google Shape;12920;p83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2921" name="Google Shape;12921;p83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83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83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83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25" name="Google Shape;12925;p83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26" name="Google Shape;12926;p83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2927" name="Google Shape;12927;p83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83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83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83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83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83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3" name="Google Shape;12933;p83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2934" name="Google Shape;12934;p83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83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83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83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83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83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83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1" name="Google Shape;12941;p83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2942" name="Google Shape;12942;p83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83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4" name="Google Shape;12944;p83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2945" name="Google Shape;12945;p83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83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83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83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83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83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83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52" name="Google Shape;12952;p83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3" name="Google Shape;12953;p83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54" name="Google Shape;12954;p83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2955" name="Google Shape;12955;p83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83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7" name="Google Shape;12957;p83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2958" name="Google Shape;12958;p83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83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83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83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2" name="Google Shape;12962;p83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2963" name="Google Shape;12963;p83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83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83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6" name="Google Shape;12966;p83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2967" name="Google Shape;12967;p83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83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9" name="Google Shape;12969;p83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2970" name="Google Shape;12970;p83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83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83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83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83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83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83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7" name="Google Shape;12977;p83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2978" name="Google Shape;12978;p83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83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0" name="Google Shape;12980;p83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2981" name="Google Shape;12981;p83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83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83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83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83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83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83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83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83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83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83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83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83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83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95" name="Google Shape;12995;p83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96" name="Google Shape;12996;p83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2997" name="Google Shape;12997;p83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83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9" name="Google Shape;12999;p83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3000" name="Google Shape;13000;p83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83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83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3" name="Google Shape;13003;p83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3004" name="Google Shape;13004;p83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83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83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83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83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83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83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1" name="Google Shape;13011;p83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3012" name="Google Shape;13012;p83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83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83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83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83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83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8" name="Google Shape;13018;p83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3019" name="Google Shape;13019;p83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83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83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83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83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83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83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83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83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83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83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83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83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83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83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83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83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6" name="Google Shape;13036;p83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3037" name="Google Shape;13037;p83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83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83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83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83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83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83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83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83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6" name="Google Shape;13046;p83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3047" name="Google Shape;13047;p83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83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83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83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83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2" name="Google Shape;13052;p83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3053" name="Google Shape;13053;p83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83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83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83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83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8" name="Google Shape;13058;p83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3059" name="Google Shape;13059;p83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83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83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83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83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83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83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83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83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83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9" name="Google Shape;13069;p83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3070" name="Google Shape;13070;p83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83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2" name="Google Shape;13072;p83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3073" name="Google Shape;13073;p83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83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5" name="Google Shape;13075;p83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3076" name="Google Shape;13076;p83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83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83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83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83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83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83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83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83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83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83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83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83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83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83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83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83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83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83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83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6" name="Google Shape;13096;p83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3097" name="Google Shape;13097;p83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83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83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83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83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83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83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83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83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83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83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8" name="Google Shape;13108;p83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3109" name="Google Shape;13109;p83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83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83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83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83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4" name="Google Shape;13114;p83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3115" name="Google Shape;13115;p83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83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83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83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83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83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83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2" name="Google Shape;13122;p83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3123" name="Google Shape;13123;p83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83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83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83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83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83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29" name="Google Shape;13129;p83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30" name="Google Shape;13130;p83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31" name="Google Shape;13131;p83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3132" name="Google Shape;13132;p83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83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4" name="Google Shape;13134;p83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3135" name="Google Shape;13135;p83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83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83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83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83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83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1" name="Google Shape;13141;p83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3142" name="Google Shape;13142;p83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83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83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83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83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83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83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83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83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83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2" name="Google Shape;13152;p83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3153" name="Google Shape;13153;p83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83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83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83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83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83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83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0" name="Google Shape;13160;p83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3161" name="Google Shape;13161;p83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83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83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83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83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83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83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83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83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0" name="Google Shape;13170;p83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3171" name="Google Shape;13171;p83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83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83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83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83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83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7" name="Google Shape;13177;p83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3178" name="Google Shape;13178;p83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83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83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1" name="Google Shape;13181;p83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3182" name="Google Shape;13182;p83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83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83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83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83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83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83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83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83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83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83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83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83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83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83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7" name="Google Shape;13197;p83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3198" name="Google Shape;13198;p83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83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83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83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83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83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4" name="Google Shape;13204;p83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3205" name="Google Shape;13205;p83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83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83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83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83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83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83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2" name="Google Shape;13212;p83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213" name="Google Shape;13213;p83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83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83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83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83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83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83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83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83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83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83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83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83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83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83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8" name="Google Shape;13228;p83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229" name="Google Shape;13229;p83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83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83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83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83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83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5" name="Google Shape;13235;p83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236" name="Google Shape;13236;p83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83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83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83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83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83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83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83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83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83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83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83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83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9" name="Google Shape;13249;p83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250" name="Google Shape;13250;p83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83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83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83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83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55" name="Google Shape;13255;p83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56" name="Google Shape;13256;p83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257" name="Google Shape;13257;p83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83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9" name="Google Shape;13259;p83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260" name="Google Shape;13260;p83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83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2" name="Google Shape;13262;p83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263" name="Google Shape;13263;p83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83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83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83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83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83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83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0" name="Google Shape;13270;p83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271" name="Google Shape;13271;p83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83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83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83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83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83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83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83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83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83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83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83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83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83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83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83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83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83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83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83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83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83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83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83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95" name="Google Shape;13295;p83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96" name="Google Shape;13296;p83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297" name="Google Shape;13297;p83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83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83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83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83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02" name="Google Shape;13302;p83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03" name="Google Shape;13303;p83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304" name="Google Shape;13304;p83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83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83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83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83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09" name="Google Shape;13309;p83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0" name="Google Shape;13310;p83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1" name="Google Shape;13311;p83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12" name="Google Shape;13312;p83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313" name="Google Shape;13313;p83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83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83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83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7" name="Google Shape;13317;p83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318" name="Google Shape;13318;p83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83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83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83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83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83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83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83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83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83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8" name="Google Shape;13328;p83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329" name="Google Shape;13329;p83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83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83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83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83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83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83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83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7" name="Google Shape;13337;p83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338" name="Google Shape;13338;p83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83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83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83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83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3" name="Google Shape;13343;p83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344" name="Google Shape;13344;p83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83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6" name="Google Shape;13346;p83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347" name="Google Shape;13347;p83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83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83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83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83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83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83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83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83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83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83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83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83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83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83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83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83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1" name="Google Shape;13371;p83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372" name="Google Shape;13372;p83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83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83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83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83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83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83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83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83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83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83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83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83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83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83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83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83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83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83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1" name="Google Shape;13391;p83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392" name="Google Shape;13392;p83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83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83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5" name="Google Shape;13395;p83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396" name="Google Shape;13396;p83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83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83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83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83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83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83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83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83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83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83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7" name="Google Shape;13407;p83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408" name="Google Shape;13408;p83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83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0" name="Google Shape;13410;p83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411" name="Google Shape;13411;p83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83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83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4" name="Google Shape;13414;p83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415" name="Google Shape;13415;p83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83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83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83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83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0" name="Google Shape;13420;p83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421" name="Google Shape;13421;p83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83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83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83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83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83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7" name="Google Shape;13427;p83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428" name="Google Shape;13428;p83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83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83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83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83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83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83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5" name="Google Shape;13435;p83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436" name="Google Shape;13436;p83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83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8" name="Google Shape;13438;p83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439" name="Google Shape;13439;p83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83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83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83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83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83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83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83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83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83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83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83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454" name="Shape 13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5" name="Google Shape;13455;p8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456" name="Google Shape;13456;p84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457" name="Google Shape;13457;p84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84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84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84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84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84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3" name="Google Shape;13463;p84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464" name="Google Shape;13464;p84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84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84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84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8" name="Google Shape;13468;p84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469" name="Google Shape;13469;p84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84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84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2" name="Google Shape;13472;p84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473" name="Google Shape;13473;p84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84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84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6" name="Google Shape;13476;p84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477" name="Google Shape;13477;p84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84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84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84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1" name="Google Shape;13481;p84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482" name="Google Shape;13482;p84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84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84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84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6" name="Google Shape;13486;p84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487" name="Google Shape;13487;p84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84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84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84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84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2" name="Google Shape;13492;p84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493" name="Google Shape;13493;p84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84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84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84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84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84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9" name="Google Shape;13499;p84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500" name="Google Shape;13500;p84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84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84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3" name="Google Shape;13503;p84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504" name="Google Shape;13504;p84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84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06" name="Google Shape;13506;p84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7" name="Google Shape;13507;p84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08" name="Google Shape;13508;p84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509" name="Google Shape;13509;p84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84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84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2" name="Google Shape;13512;p84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513" name="Google Shape;13513;p84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84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84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16" name="Google Shape;13516;p84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17" name="Google Shape;13517;p84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518" name="Google Shape;13518;p84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84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20" name="Google Shape;13520;p84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21" name="Google Shape;13521;p84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22" name="Google Shape;13522;p84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523" name="Google Shape;13523;p84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84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84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6" name="Google Shape;13526;p84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527" name="Google Shape;13527;p84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84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84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30" name="Google Shape;13530;p84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1" name="Google Shape;13531;p84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32" name="Google Shape;13532;p84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533" name="Google Shape;13533;p84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84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84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84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84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84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9" name="Google Shape;13539;p84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540" name="Google Shape;13540;p84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84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2" name="Google Shape;13542;p84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543" name="Google Shape;13543;p84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84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5" name="Google Shape;13545;p84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546" name="Google Shape;13546;p84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84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8" name="Google Shape;13548;p84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549" name="Google Shape;13549;p84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84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1" name="Google Shape;13551;p84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552" name="Google Shape;13552;p84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84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4" name="Google Shape;13554;p84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555" name="Google Shape;13555;p84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84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84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84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84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0" name="Google Shape;13560;p84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561" name="Google Shape;13561;p84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84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3" name="Google Shape;13563;p84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564" name="Google Shape;13564;p84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84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66" name="Google Shape;13566;p84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67" name="Google Shape;13567;p84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568" name="Google Shape;13568;p84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84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0" name="Google Shape;13570;p84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571" name="Google Shape;13571;p84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84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84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84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5" name="Google Shape;13575;p84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576" name="Google Shape;13576;p84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84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78" name="Google Shape;13578;p84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9" name="Google Shape;13579;p84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80" name="Google Shape;13580;p84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581" name="Google Shape;13581;p84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84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83" name="Google Shape;13583;p84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84" name="Google Shape;13584;p84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585" name="Google Shape;13585;p84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84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84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84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84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90" name="Google Shape;13590;p84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91" name="Google Shape;13591;p84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592" name="Google Shape;13592;p84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84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84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5" name="Google Shape;13595;p84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596" name="Google Shape;13596;p84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84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84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9" name="Google Shape;13599;p84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600" name="Google Shape;13600;p84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84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84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3" name="Google Shape;13603;p84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604" name="Google Shape;13604;p84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84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84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7" name="Google Shape;13607;p84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608" name="Google Shape;13608;p84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84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84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84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2" name="Google Shape;13612;p84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613" name="Google Shape;13613;p84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84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84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84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7" name="Google Shape;13617;p84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618" name="Google Shape;13618;p84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619" name="Google Shape;13619;p84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620" name="Google Shape;13620;p84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1" name="Google Shape;13621;p84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2" name="Google Shape;13622;p84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3" name="Google Shape;13623;p84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24" name="Google Shape;13624;p84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625" name="Google Shape;13625;p84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84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84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8" name="Google Shape;13628;p84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629" name="Google Shape;13629;p84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84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84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84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84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84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84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6" name="Google Shape;13636;p84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637" name="Google Shape;13637;p84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84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84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84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84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2" name="Google Shape;13642;p84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643" name="Google Shape;13643;p84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84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84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84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84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84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84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84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84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84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84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84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5" name="Google Shape;13655;p84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656" name="Google Shape;13656;p84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84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84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84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84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84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2" name="Google Shape;13662;p84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663" name="Google Shape;13663;p84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84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84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84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84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8" name="Google Shape;13668;p84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669" name="Google Shape;13669;p84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84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84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84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84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84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5" name="Google Shape;13675;p84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3676" name="Google Shape;13676;p84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677" name="Google Shape;13677;p84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3678" name="Google Shape;13678;p84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9" name="Google Shape;13679;p84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80" name="Google Shape;13680;p84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3681" name="Google Shape;13681;p84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84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84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84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84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84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84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84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84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84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84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84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84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84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84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84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97" name="Google Shape;13697;p84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98" name="Google Shape;13698;p84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3699" name="Google Shape;13699;p84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84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84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84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84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84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84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84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84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8" name="Google Shape;13708;p84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3709" name="Google Shape;13709;p84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84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84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2" name="Google Shape;13712;p84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3713" name="Google Shape;13713;p84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84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84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6" name="Google Shape;13716;p84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3717" name="Google Shape;13717;p84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84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84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0" name="Google Shape;13720;p84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3721" name="Google Shape;13721;p84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84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84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84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84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84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84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28" name="Google Shape;13728;p84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29" name="Google Shape;13729;p84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3730" name="Google Shape;13730;p84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84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84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33" name="Google Shape;13733;p84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34" name="Google Shape;13734;p84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3735" name="Google Shape;13735;p84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84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7" name="Google Shape;13737;p84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3738" name="Google Shape;13738;p84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84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84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84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2" name="Google Shape;13742;p84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3743" name="Google Shape;13743;p84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84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84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84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84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84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84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84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84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84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756" name="Shape 13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7" name="Google Shape;13757;p8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8" name="Google Shape;13758;p85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59" name="Google Shape;13759;p85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3760" name="Google Shape;13760;p85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85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85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85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4" name="Google Shape;13764;p85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3765" name="Google Shape;13765;p85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85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85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85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9" name="Google Shape;13769;p85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3770" name="Google Shape;13770;p85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85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85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3" name="Google Shape;13773;p85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3774" name="Google Shape;13774;p85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85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85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7" name="Google Shape;13777;p85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3778" name="Google Shape;13778;p85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85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0" name="Google Shape;13780;p85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3781" name="Google Shape;13781;p85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85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85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4" name="Google Shape;13784;p85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3785" name="Google Shape;13785;p85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85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85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8" name="Google Shape;13788;p85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3789" name="Google Shape;13789;p85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85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85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85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85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85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5" name="Google Shape;13795;p85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3796" name="Google Shape;13796;p85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85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85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85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85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85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2" name="Google Shape;13802;p85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3803" name="Google Shape;13803;p85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85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85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85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85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85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85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85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85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85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85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4" name="Google Shape;13814;p85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3815" name="Google Shape;13815;p85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85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85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85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85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20" name="Google Shape;13820;p85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21" name="Google Shape;13821;p85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3822" name="Google Shape;13822;p85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85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85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85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6" name="Google Shape;13826;p85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3827" name="Google Shape;13827;p85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85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85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85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85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85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85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85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85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85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85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85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85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85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1" name="Google Shape;13841;p85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3842" name="Google Shape;13842;p85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85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85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85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85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85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85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85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85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85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2" name="Google Shape;13852;p85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3853" name="Google Shape;13853;p85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85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85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85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85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85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85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85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85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85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3" name="Google Shape;13863;p85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3864" name="Google Shape;13864;p85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85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85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7" name="Google Shape;13867;p85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3868" name="Google Shape;13868;p85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85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0" name="Google Shape;13870;p85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3871" name="Google Shape;13871;p85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85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85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4" name="Google Shape;13874;p85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3875" name="Google Shape;13875;p85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85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85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85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85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0" name="Google Shape;13880;p85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3881" name="Google Shape;13881;p85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85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3" name="Google Shape;13883;p85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3884" name="Google Shape;13884;p85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85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6" name="Google Shape;13886;p85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3887" name="Google Shape;13887;p85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85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85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85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85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2" name="Google Shape;13892;p85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3893" name="Google Shape;13893;p85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85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85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6" name="Google Shape;13896;p85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3897" name="Google Shape;13897;p85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85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9" name="Google Shape;13899;p85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0" name="Google Shape;13900;p85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3901" name="Google Shape;13901;p85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85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85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4" name="Google Shape;13904;p85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3905" name="Google Shape;13905;p85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85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85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85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9" name="Google Shape;13909;p85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3910" name="Google Shape;13910;p85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85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85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85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85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15" name="Google Shape;13915;p85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16" name="Google Shape;13916;p85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3917" name="Google Shape;13917;p85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85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85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85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85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85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3" name="Google Shape;13923;p85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3924" name="Google Shape;13924;p85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85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85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85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85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85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85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85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85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85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85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5" name="Google Shape;13935;p85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3936" name="Google Shape;13936;p85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85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85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85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85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85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85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85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85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85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85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85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85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9" name="Google Shape;13949;p85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3950" name="Google Shape;13950;p85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85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85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85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4" name="Google Shape;13954;p85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3955" name="Google Shape;13955;p85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85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85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85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85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85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85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2" name="Google Shape;13962;p85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3963" name="Google Shape;13963;p85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85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85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85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85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85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9" name="Google Shape;13969;p85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3970" name="Google Shape;13970;p85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85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85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85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85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85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85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85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85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85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0" name="Google Shape;13980;p85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3981" name="Google Shape;13981;p85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85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85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85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85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85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85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85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9" name="Google Shape;13989;p85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3990" name="Google Shape;13990;p85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85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85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85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85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85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85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85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85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85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85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85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85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85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4" name="Google Shape;14004;p85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4005" name="Google Shape;14005;p85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85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85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85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85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85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85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85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3" name="Google Shape;14013;p85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4014" name="Google Shape;14014;p85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85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85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7" name="Google Shape;14017;p85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4018" name="Google Shape;14018;p85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85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85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85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85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3" name="Google Shape;14023;p85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4024" name="Google Shape;14024;p85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85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85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7" name="Google Shape;14027;p85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4028" name="Google Shape;14028;p85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85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85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85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85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85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85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85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6" name="Google Shape;14036;p85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4037" name="Google Shape;14037;p85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85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9" name="Google Shape;14039;p85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4040" name="Google Shape;14040;p85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85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85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85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85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5" name="Google Shape;14045;p85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4046" name="Google Shape;14046;p85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85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85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85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85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85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2" name="Google Shape;14052;p85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4053" name="Google Shape;14053;p85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85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85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85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85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85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85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0" name="Google Shape;14060;p85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4061" name="Google Shape;14061;p85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85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85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85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85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85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7" name="Google Shape;14067;p85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4068" name="Google Shape;14068;p85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85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85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85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85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85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85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85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85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85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85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85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0" name="Google Shape;14080;p85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4081" name="Google Shape;14081;p85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85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85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85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85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85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85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85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85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85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85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85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85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85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5" name="Google Shape;14095;p85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4096" name="Google Shape;14096;p85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85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8" name="Google Shape;14098;p85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4099" name="Google Shape;14099;p85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85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85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2" name="Google Shape;14102;p85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4103" name="Google Shape;14103;p85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85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85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85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85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8" name="Google Shape;14108;p85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4109" name="Google Shape;14109;p85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85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85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85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3" name="Google Shape;14113;p85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4114" name="Google Shape;14114;p85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85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85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85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85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85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20" name="Google Shape;14120;p85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21" name="Google Shape;14121;p85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4122" name="Google Shape;14122;p85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85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85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85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85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85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85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85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85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1" name="Google Shape;14131;p85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4132" name="Google Shape;14132;p85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85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85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85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6" name="Google Shape;14136;p85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4137" name="Google Shape;14137;p85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85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85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85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1" name="Google Shape;14141;p85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4142" name="Google Shape;14142;p85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85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85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85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85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85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85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85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0" name="Google Shape;14150;p85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4151" name="Google Shape;14151;p85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85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3" name="Google Shape;14153;p85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4154" name="Google Shape;14154;p85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85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85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85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85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85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85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85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85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3" name="Google Shape;14163;p85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4164" name="Google Shape;14164;p85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85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85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85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85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85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85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85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85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85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85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85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85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7" name="Google Shape;14177;p85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4178" name="Google Shape;14178;p85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85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85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1" name="Google Shape;14181;p85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4182" name="Google Shape;14182;p85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85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85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85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85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85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85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85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85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85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2" name="Google Shape;14192;p85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4193" name="Google Shape;14193;p85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85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5" name="Google Shape;14195;p85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4196" name="Google Shape;14196;p85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85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85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85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0" name="Google Shape;14200;p85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4201" name="Google Shape;14201;p85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85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03" name="Google Shape;14203;p85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04" name="Google Shape;14204;p85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4205" name="Google Shape;14205;p85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85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85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85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9" name="Google Shape;14209;p85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4210" name="Google Shape;14210;p85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85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85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85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85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85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85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85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85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85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85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85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85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85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85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85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85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85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85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85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85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85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85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85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85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85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6" name="Google Shape;14236;p85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237" name="Google Shape;14237;p85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85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85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85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85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85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85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85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85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85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85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85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85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85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85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85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85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85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5" name="Google Shape;14255;p85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256" name="Google Shape;14256;p85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85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8" name="Google Shape;14258;p85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259" name="Google Shape;14259;p85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85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85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85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3" name="Google Shape;14263;p85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264" name="Google Shape;14264;p85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85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85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85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85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85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85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85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85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85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85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85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85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85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85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85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85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1" name="Google Shape;14281;p85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282" name="Google Shape;14282;p85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85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85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85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85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7" name="Google Shape;14287;p85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288" name="Google Shape;14288;p85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85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85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85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2" name="Google Shape;14292;p85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293" name="Google Shape;14293;p85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85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5" name="Google Shape;14295;p85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296" name="Google Shape;14296;p85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85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85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85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85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1" name="Google Shape;14301;p85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302" name="Google Shape;14302;p85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85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85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85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6" name="Google Shape;14306;p85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307" name="Google Shape;14307;p85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85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85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85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85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85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85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85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85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85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85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85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85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85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85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85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85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4" name="Google Shape;14324;p85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325" name="Google Shape;14325;p85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85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85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85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85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85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85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85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85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85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85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85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85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85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85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85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85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85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85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85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45" name="Google Shape;14345;p85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6" name="Google Shape;14346;p85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7" name="Google Shape;14347;p85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48" name="Google Shape;14348;p85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349" name="Google Shape;14349;p85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85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85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85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85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85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5" name="Google Shape;14355;p85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356" name="Google Shape;14356;p85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85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85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85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85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61" name="Google Shape;14361;p85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362" name="Google Shape;14362;p85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3" name="Google Shape;14363;p85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4" name="Google Shape;14364;p85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5" name="Google Shape;14365;p85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6" name="Google Shape;14366;p85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67" name="Google Shape;14367;p85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368" name="Google Shape;14368;p85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85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85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85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85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85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85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85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6" name="Google Shape;14376;p85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377" name="Google Shape;14377;p85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85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85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85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1" name="Google Shape;14381;p85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382" name="Google Shape;14382;p85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85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85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85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85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390" name="Shape 14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91" name="Google Shape;14391;p8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uturistic Background by Slidesgo">
  <a:themeElements>
    <a:clrScheme name="Simple Light">
      <a:dk1>
        <a:srgbClr val="001633"/>
      </a:dk1>
      <a:lt1>
        <a:srgbClr val="FFFFFF"/>
      </a:lt1>
      <a:dk2>
        <a:srgbClr val="85D5E6"/>
      </a:dk2>
      <a:lt2>
        <a:srgbClr val="FFAB40"/>
      </a:lt2>
      <a:accent1>
        <a:srgbClr val="FFAB40"/>
      </a:accent1>
      <a:accent2>
        <a:srgbClr val="85D5E6"/>
      </a:accent2>
      <a:accent3>
        <a:srgbClr val="78909C"/>
      </a:accent3>
      <a:accent4>
        <a:srgbClr val="FFAB40"/>
      </a:accent4>
      <a:accent5>
        <a:srgbClr val="0097A7"/>
      </a:accent5>
      <a:accent6>
        <a:srgbClr val="001633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