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d2star.dev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Modèle md2star — PPTX à brander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Toutes les layouts Pandoc exercées</a:t>
            </a:r>
            <a:br/>
            <a:br/>
            <a:r>
              <a:rPr/>
              <a:t>Warith HARCHAOUI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 juin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Titre principal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 “Title Slide” — c’est la slide d’ouverture, à brander avec ton logo et tes couleurs principales.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: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 “Section Header” — slide de transition entre deux parties.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Body text et formatage</a:t>
            </a:r>
          </a:p>
          <a:p>
            <a:pPr lvl="0" indent="0" marL="0">
              <a:buNone/>
            </a:pPr>
            <a:r>
              <a:rPr/>
              <a:t>Texte normal. </a:t>
            </a:r>
            <a:r>
              <a:rPr i="1"/>
              <a:t>Italique</a:t>
            </a:r>
            <a:r>
              <a:rPr/>
              <a:t>, </a:t>
            </a:r>
            <a:r>
              <a:rPr b="1"/>
              <a:t>gras</a:t>
            </a:r>
            <a:r>
              <a:rPr/>
              <a:t>, </a:t>
            </a:r>
            <a:r>
              <a:rPr strike="sngStrike"/>
              <a:t>barré</a:t>
            </a:r>
            <a:r>
              <a:rPr/>
              <a:t> et </a:t>
            </a:r>
            <a:r>
              <a:rPr>
                <a:latin typeface="Courier"/>
              </a:rPr>
              <a:t>code inline</a:t>
            </a:r>
            <a:r>
              <a:rPr/>
              <a:t> doivent se distinguer.</a:t>
            </a:r>
          </a:p>
          <a:p>
            <a:pPr lvl="0" indent="0" marL="0">
              <a:buNone/>
            </a:pPr>
            <a:r>
              <a:rPr/>
              <a:t>Deuxième paragraphe pour valider l’espacement.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Liste à puces</a:t>
            </a:r>
          </a:p>
          <a:p>
            <a:pPr lvl="0"/>
            <a:r>
              <a:rPr/>
              <a:t>Premier point clé</a:t>
            </a:r>
          </a:p>
          <a:p>
            <a:pPr lvl="0"/>
            <a:r>
              <a:rPr/>
              <a:t>Deuxième point — un peu plus long pour voir le wrap</a:t>
            </a:r>
          </a:p>
          <a:p>
            <a:pPr lvl="0"/>
            <a:r>
              <a:rPr/>
              <a:t>Troisième point</a:t>
            </a:r>
          </a:p>
          <a:p>
            <a:pPr lvl="1"/>
            <a:r>
              <a:rPr/>
              <a:t>Sous-item indenté</a:t>
            </a:r>
          </a:p>
          <a:p>
            <a:pPr lvl="1"/>
            <a:r>
              <a:rPr/>
              <a:t>Autre sous-item</a:t>
            </a:r>
          </a:p>
          <a:p>
            <a:pPr lvl="0"/>
            <a:r>
              <a:rPr/>
              <a:t>Quatrième point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Liste numérotée</a:t>
            </a:r>
          </a:p>
          <a:p>
            <a:pPr lvl="0" indent="-342900" marL="342900">
              <a:buAutoNum type="arabicPeriod"/>
            </a:pPr>
            <a:r>
              <a:rPr/>
              <a:t>Étape un</a:t>
            </a:r>
          </a:p>
          <a:p>
            <a:pPr lvl="0" indent="-342900" marL="342900">
              <a:buAutoNum type="arabicPeriod"/>
            </a:pPr>
            <a:r>
              <a:rPr/>
              <a:t>Étape deux</a:t>
            </a:r>
          </a:p>
          <a:p>
            <a:pPr lvl="0" indent="-342900" marL="342900">
              <a:buAutoNum type="arabicPeriod"/>
            </a:pPr>
            <a:r>
              <a:rPr/>
              <a:t>Étape trois</a:t>
            </a:r>
          </a:p>
          <a:p>
            <a:pPr lvl="0" indent="-342900" marL="342900">
              <a:buAutoNum type="arabicPeriod"/>
            </a:pPr>
            <a:r>
              <a:rPr/>
              <a:t>Étape quatre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Liste de définitions</a:t>
            </a:r>
          </a:p>
          <a:p>
            <a:pPr lvl="0" indent="0" marL="0">
              <a:buNone/>
            </a:pPr>
            <a:r>
              <a:rPr b="1"/>
              <a:t>Pandoc</a:t>
            </a:r>
          </a:p>
          <a:p>
            <a:pPr lvl="0" indent="0" marL="1270000">
              <a:buNone/>
            </a:pPr>
            <a:r>
              <a:rPr sz="2000"/>
              <a:t>Le moteur de conversion universel.</a:t>
            </a:r>
          </a:p>
          <a:p>
            <a:pPr lvl="0" indent="0" marL="0">
              <a:buNone/>
            </a:pPr>
            <a:r>
              <a:rPr b="1"/>
              <a:t>md2star</a:t>
            </a:r>
          </a:p>
          <a:p>
            <a:pPr lvl="0" indent="0" marL="1270000">
              <a:buNone/>
            </a:pPr>
            <a:r>
              <a:rPr sz="2000"/>
              <a:t>Le wrapper Python qui ajoute le polish.</a:t>
            </a:r>
          </a:p>
          <a:p>
            <a:pPr lvl="0" indent="0" marL="0">
              <a:buNone/>
            </a:pPr>
            <a:r>
              <a:rPr b="1"/>
              <a:t>Mermaid</a:t>
            </a:r>
          </a:p>
          <a:p>
            <a:pPr lvl="0" indent="0" marL="1270000">
              <a:buNone/>
            </a:pPr>
            <a:r>
              <a:rPr sz="2000"/>
              <a:t>Le générateur de diagrammes utilisé via la CLI officielle.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Layout “Two Content”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Colonne gauche</a:t>
            </a:r>
          </a:p>
          <a:p>
            <a:pPr lvl="0"/>
            <a:r>
              <a:rPr/>
              <a:t>Item 1 gauche</a:t>
            </a:r>
          </a:p>
          <a:p>
            <a:pPr lvl="0"/>
            <a:r>
              <a:rPr/>
              <a:t>Item 2 gauche</a:t>
            </a:r>
          </a:p>
          <a:p>
            <a:pPr lvl="0"/>
            <a:r>
              <a:rPr/>
              <a:t>Item 3 gauche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Colonne droite</a:t>
            </a:r>
          </a:p>
          <a:p>
            <a:pPr lvl="0"/>
            <a:r>
              <a:rPr/>
              <a:t>Item 1 droite</a:t>
            </a:r>
          </a:p>
          <a:p>
            <a:pPr lvl="0"/>
            <a:r>
              <a:rPr/>
              <a:t>Item 2 droite</a:t>
            </a:r>
          </a:p>
          <a:p>
            <a:pPr lvl="0"/>
            <a:r>
              <a:rPr/>
              <a:t>Item 3 droite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Tableau simple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Rôle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Année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Mathématicien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Amirale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Margaret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Ingénieure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Katherine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Physicienne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1918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Tableau plus large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25781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LaTeX math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Formules natives via citeproc.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Pandoc + citeproc.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Mermaid diagrams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PNG via le CLI officiel.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Node.js ≥16.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Bibliography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[@einstein1905]</a:t>
                      </a:r>
                      <a:r>
                        <a:rPr/>
                        <a:t> résolu contre </a:t>
                      </a:r>
                      <a:r>
                        <a:rPr>
                          <a:latin typeface="Courier"/>
                        </a:rPr>
                        <a:t>.bib</a:t>
                      </a:r>
                      <a:r>
                        <a:rPr/>
                        <a:t>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Pandoc citeproc.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Code Python</a:t>
                </a:r>
              </a:p>
              <a:p>
                <a:pPr lvl="0" indent="0">
                  <a:buNone/>
                </a:pPr>
                <a:r>
                  <a:rPr b="1">
                    <a:solidFill>
                      <a:srgbClr val="007020"/>
                    </a:solidFill>
                    <a:latin typeface="Courier"/>
                  </a:rPr>
                  <a:t>def</a:t>
                </a:r>
                <a:r>
                  <a:rPr>
                    <a:latin typeface="Courier"/>
                  </a:rPr>
                  <a:t> hello(name: 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str</a:t>
                </a:r>
                <a:r>
                  <a:rPr>
                    <a:latin typeface="Courier"/>
                  </a:rPr>
                  <a:t>)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-&gt;</a:t>
                </a:r>
                <a:r>
                  <a:rPr>
                    <a:latin typeface="Courier"/>
                  </a:rPr>
                  <a:t> 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str</a:t>
                </a:r>
                <a:r>
                  <a:rPr>
                    <a:latin typeface="Courier"/>
                  </a:rPr>
                  <a:t>:</a:t>
                </a:r>
                <a:br/>
                <a:r>
                  <a:rPr>
                    <a:latin typeface="Courier"/>
                  </a:rPr>
                  <a:t>    </a:t>
                </a:r>
                <a:r>
                  <a:rPr i="1">
                    <a:solidFill>
                      <a:srgbClr val="60A0B0"/>
                    </a:solidFill>
                    <a:latin typeface="Courier"/>
                  </a:rPr>
                  <a:t>"""Return a greeting."""</a:t>
                </a:r>
                <a:br/>
                <a:r>
                  <a:rPr>
                    <a:latin typeface="Courier"/>
                  </a:rPr>
                  <a:t>    </a:t>
                </a:r>
                <a:r>
                  <a:rPr b="1">
                    <a:solidFill>
                      <a:srgbClr val="007020"/>
                    </a:solidFill>
                    <a:latin typeface="Courier"/>
                  </a:rPr>
                  <a:t>return</a:t>
                </a:r>
                <a:r>
                  <a:rPr>
                    <a:latin typeface="Courier"/>
                  </a:rPr>
                  <a:t> 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f"Hello,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name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!"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Formules mathématiques</a:t>
                </a:r>
              </a:p>
              <a:p>
                <a:pPr lvl="0" indent="0" marL="0">
                  <a:buNone/>
                </a:pPr>
                <a:r>
                  <a:rPr/>
                  <a:t>Inline : </a:t>
                </a:r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i</m:t>
                        </m:r>
                        <m:r>
                          <m:t>π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Bloc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sup>
                          </m:sSup>
                        </m:e>
                      </m:nary>
                      <m:r>
                        <m:t> </m:t>
                      </m:r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π</m:t>
                          </m:r>
                        </m:e>
                      </m:ra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Citation et lien</a:t>
                </a:r>
              </a:p>
              <a:p>
                <a:pPr lvl="0" indent="0" marL="1270000">
                  <a:buNone/>
                </a:pPr>
                <a:r>
                  <a:rPr sz="2000"/>
                  <a:t>Blockquote pour mettre en avant une idée. À styler avec une bordure colorée ou un fond distinct.</a:t>
                </a:r>
              </a:p>
              <a:p>
                <a:pPr lvl="0" indent="0" marL="0">
                  <a:buNone/>
                </a:pPr>
                <a:r>
                  <a:rPr/>
                  <a:t>Un </a:t>
                </a:r>
                <a:r>
                  <a:rPr>
                    <a:hlinkClick r:id="rId2"/>
                  </a:rPr>
                  <a:t>lien externe</a:t>
                </a:r>
                <a:r>
                  <a:rPr/>
                  <a:t> à styler.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Slide image</a:t>
                </a:r>
              </a:p>
              <a:p>
                <a:pPr lvl="0" indent="0" marL="0">
                  <a:buNone/>
                </a:pPr>
                <a:r>
                  <a:rPr/>
                  <a:t>Pour ajouter ton logo, édite le </a:t>
                </a:r>
                <a:r>
                  <a:rPr b="1"/>
                  <a:t>slide master</a:t>
                </a:r>
                <a:r>
                  <a:rPr/>
                  <a:t> dans PowerPoint / LibreOffice Impress après le branding initial.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Slide de conclusion</a:t>
                </a:r>
              </a:p>
              <a:p>
                <a:pPr lvl="0" indent="0" marL="0">
                  <a:buNone/>
                </a:pPr>
                <a:r>
                  <a:rPr/>
                  <a:t>Merci de votre attention.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Modèle md2star — PPTX à brander</dc:title>
  <dc:creator>Warith HARCHAOUI</dc:creator>
  <cp:keywords/>
  <dcterms:created xsi:type="dcterms:W3CDTF">2026-06-29T15:20:41Z</dcterms:created>
  <dcterms:modified xsi:type="dcterms:W3CDTF">2026-06-29T15:20:41Z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29 juin 2026</vt:lpwstr>
  </property>
  <property fmtid="{D5CDD505-2E9C-101B-9397-08002B2CF9AE}" pid="3" name="subtitle">
    <vt:lpwstr>Toutes les layouts Pandoc exercées</vt:lpwstr>
  </property>
</Properties>
</file>